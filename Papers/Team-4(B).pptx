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91" r:id="rId1"/>
  </p:sldMasterIdLst>
  <p:notesMasterIdLst>
    <p:notesMasterId r:id="rId22"/>
  </p:notesMasterIdLst>
  <p:sldIdLst>
    <p:sldId id="355" r:id="rId2"/>
    <p:sldId id="366" r:id="rId3"/>
    <p:sldId id="367" r:id="rId4"/>
    <p:sldId id="368" r:id="rId5"/>
    <p:sldId id="369" r:id="rId6"/>
    <p:sldId id="374" r:id="rId7"/>
    <p:sldId id="370" r:id="rId8"/>
    <p:sldId id="386" r:id="rId9"/>
    <p:sldId id="384" r:id="rId10"/>
    <p:sldId id="371" r:id="rId11"/>
    <p:sldId id="375" r:id="rId12"/>
    <p:sldId id="376" r:id="rId13"/>
    <p:sldId id="378" r:id="rId14"/>
    <p:sldId id="380" r:id="rId15"/>
    <p:sldId id="385" r:id="rId16"/>
    <p:sldId id="379" r:id="rId17"/>
    <p:sldId id="383" r:id="rId18"/>
    <p:sldId id="373" r:id="rId19"/>
    <p:sldId id="377" r:id="rId20"/>
    <p:sldId id="36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a Waite" initials="EW" lastIdx="2" clrIdx="0">
    <p:extLst>
      <p:ext uri="{19B8F6BF-5375-455C-9EA6-DF929625EA0E}">
        <p15:presenceInfo xmlns:p15="http://schemas.microsoft.com/office/powerpoint/2012/main" userId="c568693182780e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7F85"/>
    <a:srgbClr val="3C636A"/>
    <a:srgbClr val="19444A"/>
    <a:srgbClr val="A8C1C2"/>
    <a:srgbClr val="67A9B3"/>
    <a:srgbClr val="E4EFED"/>
    <a:srgbClr val="58A0A5"/>
    <a:srgbClr val="D5DFDD"/>
    <a:srgbClr val="A13427"/>
    <a:srgbClr val="E0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 autoAdjust="0"/>
    <p:restoredTop sz="96058"/>
  </p:normalViewPr>
  <p:slideViewPr>
    <p:cSldViewPr snapToGrid="0" snapToObjects="1">
      <p:cViewPr varScale="1">
        <p:scale>
          <a:sx n="85" d="100"/>
          <a:sy n="85" d="100"/>
        </p:scale>
        <p:origin x="504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AFEDE-F1BF-6A4A-80D9-CCB6DC4EFE3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11C10-233D-DA48-A5CB-9365BBABB6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76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09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5A78-3159-9AB9-14C5-9B12C2DA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24433-BA0E-7899-3554-C22E639AB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2C519-2DF7-8038-6F83-700E6E9ED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C30F2-ACB0-41E5-1DF2-6348633D9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77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467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7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99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7639-4727-4A76-5E1B-B0F596C8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4A57F-7207-A6C8-4363-8CC32AFCA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39878-6AA4-7635-6733-23E6FAF78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4E342-FFBC-A5B8-762D-38CDE814B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111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26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705CE-8AD9-7C69-764B-5C2AB960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FE84B-5393-BEA8-470C-79A18F287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427DE-6280-3298-11EC-B91AA34B3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0EC80-604B-6708-9056-5EFF24679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585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DCAB-268F-5A76-7768-BF073A38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D6D8F-E81A-E577-4BC5-842C0952D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38255-2A79-115D-63BF-6C9014354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C3C73-D80A-304F-566E-1B6BDE566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916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01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830D-CB62-F5DB-A62B-A7DD3B57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98B42C-3796-4CEE-2B84-7A633B569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E338C-4824-E79C-126B-53CD01BAF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30DDF-4318-E9F3-C88E-AD3AFBBB0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323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0159-6100-1573-E83D-DA41BC9E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5D3F1-1770-B05A-E5B6-E4DD2C58F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50A4-03B6-7EC7-1794-B6D6CFB60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7930-6135-1BCD-5C8C-F771B9093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417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FEA5-F4A7-20DA-0280-6DBBB1BF4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E98BB-FBBC-88C4-57FC-05AF32ED3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36463-35E0-327A-B84A-D2E241ED3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BC177-C537-648D-A470-1187BDA77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996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C602-9B88-6B18-7013-679FA6D4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3C738-4DC8-7ECE-188C-F4B02C147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88D98-C67B-5A44-92B6-C42C99A74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52BF3-1630-438D-D1C7-FC9B9748F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965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7892-5163-437B-9DAB-54E84F70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25090-E3DE-10AD-907C-955F35155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1DE3B-74E9-85A0-3F9E-A10A87830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8CB11-1987-E2DB-F273-42D4D4309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35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BF7C9-2489-7778-816A-0256C7C8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803FB-5062-6A7E-557D-919377E4E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7081C-4C87-FE8A-4D99-A74F6A459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5CF9-8E76-80A1-0848-C064C746D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2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8DCC-FC1C-0172-ECAC-56692CF5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0FF1F-1AC6-D0FA-91D1-FFC9A8FB3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70B1E-E1B8-A96C-BC3B-37C677741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7B5C8-C470-D01B-5C47-F63F269E1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863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5575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5B9E8-33DC-62C0-AEA1-587A1AB8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BD797-F9BB-6C09-66FA-5BA18BDCD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08A2F-DAE0-A008-BF69-E5D9DF009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5E1B1-CEA1-19FA-9F6A-F1A239ECB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03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9341-ED4C-1D4E-0275-D25EBA80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F15C7-97AD-804C-B87A-6D90FDD6A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BBC94-9389-EC85-4D15-EBA929CAA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ABB62-90FE-D8B0-B53E-5C79B55FE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11C10-233D-DA48-A5CB-9365BBABB6B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21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65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8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41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3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45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244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71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92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5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815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139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311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3917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275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685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201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381E756-E947-FD4A-8A23-D2C983A1A8BD}" type="datetimeFigureOut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02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  <p:sldLayoutId id="2147484003" r:id="rId12"/>
    <p:sldLayoutId id="2147484004" r:id="rId13"/>
    <p:sldLayoutId id="2147484005" r:id="rId14"/>
    <p:sldLayoutId id="2147484006" r:id="rId15"/>
    <p:sldLayoutId id="2147484007" r:id="rId16"/>
    <p:sldLayoutId id="2147484008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50F0BBFE-FFF5-DD82-C1F8-D8CABD2F8D27}"/>
              </a:ext>
            </a:extLst>
          </p:cNvPr>
          <p:cNvSpPr/>
          <p:nvPr/>
        </p:nvSpPr>
        <p:spPr>
          <a:xfrm>
            <a:off x="-4905" y="880559"/>
            <a:ext cx="5977441" cy="5977441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945B4B-641E-9CDE-D686-9BAE5943AE4F}"/>
              </a:ext>
            </a:extLst>
          </p:cNvPr>
          <p:cNvSpPr/>
          <p:nvPr/>
        </p:nvSpPr>
        <p:spPr>
          <a:xfrm>
            <a:off x="814493" y="1531917"/>
            <a:ext cx="10542619" cy="973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IN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Mate</a:t>
            </a:r>
            <a:endParaRPr lang="en-US" sz="60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C2C58-2014-1BD3-9E5A-1F38662690B2}"/>
              </a:ext>
            </a:extLst>
          </p:cNvPr>
          <p:cNvSpPr/>
          <p:nvPr/>
        </p:nvSpPr>
        <p:spPr>
          <a:xfrm>
            <a:off x="814493" y="4215897"/>
            <a:ext cx="2377440" cy="32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Guide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C13CB-3A48-EC96-8A6B-A0B442263428}"/>
              </a:ext>
            </a:extLst>
          </p:cNvPr>
          <p:cNvSpPr/>
          <p:nvPr/>
        </p:nvSpPr>
        <p:spPr>
          <a:xfrm>
            <a:off x="4871027" y="6263589"/>
            <a:ext cx="5943600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2026-mini-B-4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B6A895-E82F-23E8-8812-E73ACE4830D4}"/>
              </a:ext>
            </a:extLst>
          </p:cNvPr>
          <p:cNvSpPr/>
          <p:nvPr/>
        </p:nvSpPr>
        <p:spPr>
          <a:xfrm>
            <a:off x="7055223" y="3862350"/>
            <a:ext cx="3591787" cy="1327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By-</a:t>
            </a:r>
          </a:p>
          <a:p>
            <a:pPr algn="just"/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S.Bhargav</a:t>
            </a: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(23211a67a7)</a:t>
            </a:r>
          </a:p>
          <a:p>
            <a:pPr algn="just"/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kern="1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T.Nikitha</a:t>
            </a:r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(23211a67b6)</a:t>
            </a:r>
          </a:p>
          <a:p>
            <a:pPr algn="just"/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kern="1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S.Vinod</a:t>
            </a:r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(23211a67a6)</a:t>
            </a:r>
          </a:p>
          <a:p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E02115-26DD-D618-831B-71ABB446BB7A}"/>
              </a:ext>
            </a:extLst>
          </p:cNvPr>
          <p:cNvSpPr/>
          <p:nvPr/>
        </p:nvSpPr>
        <p:spPr>
          <a:xfrm>
            <a:off x="835949" y="6292792"/>
            <a:ext cx="1005840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sz="2000" dirty="0">
                <a:solidFill>
                  <a:srgbClr val="284348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0.0.</a:t>
            </a:r>
            <a:r>
              <a:rPr lang="en-US" sz="20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dirty="0">
              <a:solidFill>
                <a:srgbClr val="284348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E377E-0306-3D88-A1FA-A5C47F185AF9}"/>
              </a:ext>
            </a:extLst>
          </p:cNvPr>
          <p:cNvSpPr/>
          <p:nvPr/>
        </p:nvSpPr>
        <p:spPr>
          <a:xfrm>
            <a:off x="785150" y="5972750"/>
            <a:ext cx="1005840" cy="32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version</a:t>
            </a:r>
            <a:endParaRPr lang="en-US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326BEB-111A-260F-7B88-4EA31252CB52}"/>
              </a:ext>
            </a:extLst>
          </p:cNvPr>
          <p:cNvSpPr/>
          <p:nvPr/>
        </p:nvSpPr>
        <p:spPr>
          <a:xfrm>
            <a:off x="2749565" y="6292792"/>
            <a:ext cx="1554480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sz="20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sz="2000" dirty="0">
                <a:solidFill>
                  <a:srgbClr val="284348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/01/2026</a:t>
            </a:r>
            <a:endParaRPr lang="en-US" sz="2000" dirty="0">
              <a:solidFill>
                <a:srgbClr val="284348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4B0459-1CB2-0E11-7B98-FBBBE2509DEA}"/>
              </a:ext>
            </a:extLst>
          </p:cNvPr>
          <p:cNvSpPr/>
          <p:nvPr/>
        </p:nvSpPr>
        <p:spPr>
          <a:xfrm>
            <a:off x="2698766" y="5972750"/>
            <a:ext cx="1554480" cy="320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 until</a:t>
            </a:r>
            <a:endParaRPr lang="en-US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116A283-1233-49D7-A108-3BA5FD096B4A}"/>
              </a:ext>
            </a:extLst>
          </p:cNvPr>
          <p:cNvSpPr/>
          <p:nvPr/>
        </p:nvSpPr>
        <p:spPr>
          <a:xfrm>
            <a:off x="770656" y="4675834"/>
            <a:ext cx="6228524" cy="513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r>
              <a:rPr lang="pl-PL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R.Venkata Ramana Chary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pl-PL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78C11F6E-FA50-4228-9B69-97BC9B0618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1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E3AE-13DD-560D-A63D-6C844374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0C62516-6CEF-EB94-1E7F-566B7481580F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26EBCD4-3431-2228-03D3-2869B7D2F3C5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31E9323-6F72-6CCB-6227-869ED332D333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2B951FB4-FEB1-F3BA-94F6-55943017D7F6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93D192E-770D-3CE8-BC37-B76310D5F66E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5320E26-A6C0-A8D0-BD3F-344908BFC539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542FF7A-E21C-52D9-C73F-CAB393950800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578CB7A7-F2BF-A93B-4D06-5E1BFBAA02E6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26845B68-5088-3C0A-CCD8-647D6DA43F88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8641EFC5-4B06-BAFC-8387-6E58DEC0838F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7423DD3-AC08-E075-EC70-E0942DC79BB5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27EC230-49B2-1533-665E-92D86D6CF335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A61A1FE1-A1DA-36E8-E551-32EF841F4634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F04EFDC-6EE9-CF51-A8C4-832B8D2D2B2B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1376B6C8-53E1-495F-A604-895B2854F7FC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9484E8CF-A633-CC2B-51E7-5388815368A8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96DA28D-E678-88BB-AB28-BB877212FBFE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5C47940-C43A-F32E-ED23-7396E7C0079D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1D1BE574-851E-D53B-DA86-42F99C2BB5FA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85D6D787-53C7-B0AD-AD9F-653C06768643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F97E63E8-5EAD-ACC6-5D0E-6BE6362416D6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F080AE19-B473-2A50-1F03-BF5A4A19A93A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B2D97F3A-7644-E375-FF53-BDB296381825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8112509-F3D4-43A4-F766-2932EB7F8575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AB73E3BD-49F0-15E9-3624-F912B4DC782F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7BB1484-865D-6E75-55E3-D4453E9D826A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21303E6-23E8-3C9D-0E14-D0478A8C5056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6AF0F2E3-228B-8230-81DC-733BD51172D7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ADE4E3F-0E81-30A1-A5BB-3311D6ACB003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179371EC-63A0-EAD1-89E1-2FC134337034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9E9B1C8D-6550-7FB0-B62C-8F52AF383D6D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918A657F-CA13-7E30-9D2D-89090F67F28E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C200005E-FE5D-3373-CDB3-D65CF7D2D0A1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991DE68E-E3AB-A597-5C1B-4A2D28CD6A8D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031115B-4ECC-F47D-7AE6-35ED64C4B555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B0DC3849-92E1-560C-B009-49BBDE355F23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DEF81ACB-4EEB-15F5-82DB-B53EC0C8B054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A9F2CC6B-0E19-83A5-420A-1472D0A14E6A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6B7FBE1-655E-59D4-EA06-6FBE5503F936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43B6BF5C-2EDE-F70D-8DEE-280BAE9BBED8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11953966-2A8A-E341-C6F8-8D22E513C1C6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A999B24-0591-3186-9279-E6712C1174FA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73F90677-B8B2-1202-CAD9-C3E0EA794358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D2D769A0-EBF4-697C-75B4-5B2C48621D2F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08684EFE-F8F4-17AC-7DC2-FB59DF0CEBB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C17ADA70-BC09-F52B-AA57-D9DC924FED6C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5FC67962-4269-F707-4F57-F5D2DE0E7030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C4921048-61F4-37C2-5039-C4E137F57248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114574F-0354-46B2-B68D-014E45A7D8A8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D20EF4F9-9B32-B94F-E02B-771BE4CAEE8D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4D4A312B-4503-6997-9773-C27865812759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42C6D97F-567D-B660-8F27-39E9BB2E060E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EEAE97F5-F54F-BA09-E3DE-93B1940D56A6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701DC1B1-C4B7-1A6E-083D-F1BEF5A78200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B485BED-2AE8-988E-E58F-C74C09E78843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1AA3D735-9E69-3A7A-8D3D-17BBBF9454E6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DE148600-2BC1-6D58-D980-8B51A83440A2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AB9928D-0460-075F-02B4-CF6497EEE5DA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57FC627-FE71-A98D-03DA-144B4C82B225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87E3F44-2DD8-4887-49E2-A0E337BE137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C9922B8C-E876-88AE-4FC1-82B2AD59B4F6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AA9EB88-02B1-53D9-3DCF-41EB3FB72382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EF23B8E0-608E-8B26-411E-EED6193BE0D3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F2FECB-BA81-59C1-C176-EC89EFCF57EA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A7409FFF-A363-869A-9C7B-F5B534F42336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8DA66E1-8B0A-3964-FD9A-E414EB6DA86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490A88FD-E2E2-0B73-65A1-B89F39828227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FE33B111-F93C-9BBC-8572-5E77337537FD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72909C9-F7FA-C734-5345-EFFC25C6429C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8E3DF96B-D275-CD83-BC06-48E289F5DBC3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EDFEC26A-DC90-A44F-A8FF-912D430764D0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CB6B390-CECF-F92E-EFD8-1162A10BC5F5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AFB0F408-0D01-6548-1420-44E012F2F1FF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026C3BB9-F99C-1A79-4D1F-018776E89229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96AAA162-5A8F-0E9D-EB61-90B4CB86C314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137E4A9-1051-52BD-CE42-AB30AB7772DC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BE8DAE25-A032-E9ED-4A69-51DF85A08BFF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F7B8C2BF-1DEE-3163-1E3E-C2B91F15FA85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26E750B4-EE7D-5FBE-B887-B3E276493230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14A56043-72DD-B3C2-D096-2511890CD587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9D072568-B4D2-1C53-A5D7-D1A5DDED5FB8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0EB6B316-4AAE-0EAA-62D4-A76175822809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A61EC186-FFD3-CDEF-8EF9-44ACAB9DA2AE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8A0F11C9-8ACC-607E-30FE-DE00374871D9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2706753F-F4DF-8171-EC1D-98D8877448AD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FEE8DBF-D8FC-4ED8-67DE-C8FC1ED19216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CD9B1BEA-C34B-5DD3-EF68-27DD67B53747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52082DD0-EFCA-3B7C-36BE-8BFB148EEAF1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34B3A2FC-E727-8C80-6DF5-91BF36E8BAC3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6AD6296-DC54-B091-2F42-E1DC9225272E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B84A9056-87EF-BFD7-35A3-1E07BBDB9517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88467C66-29B3-4037-ECC1-86EAF3E5A57E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1F5BDCD3-98E0-E201-3AA4-2CECF6505774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9F70C27C-A948-A757-D386-D612E464552B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93923BEF-3A3A-47A4-A50B-2DA3FF98920A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28E451E4-B757-FF4F-B979-FD76177B04D1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65315426-492F-42F1-5B55-3B1DC073E5C6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DF2CD808-C208-BBB6-A673-9FDA1C22EB27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96680EF-1BB0-B56F-1D7D-8D44AC932334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B2778265-5202-FA48-2C87-4635F1873275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AF8729A0-B701-0406-C766-798F0BE2F75C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5D6AEBA0-C6D8-807C-02E1-DBFA740EBFEA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E45F01FC-A6FD-F898-D13B-0A566F42149A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E248389B-C03B-117A-1618-2A8969CE7799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777C09F-8CD5-47B5-DA21-489E6E0175EC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E2DD246B-28BF-40BF-3545-F6BD12CA1842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C34BF7BD-D243-C857-783F-99940E76D8E5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763139EE-0215-FE35-6E79-211F3B55836B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BE40FEBF-4BC0-3EF7-194F-B81CC107F6B2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BFE53BA3-D288-08E2-9473-4DA50885E844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943E6C5C-E23B-DA5B-39F4-731D9D136163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730723D0-8B4E-C4D6-E046-4A828304A3FA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AE4EE879-E4CF-51E8-7FB9-5F819B4A9563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D0CF7611-392C-1165-6658-A7B3B85C3F84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A15CCA92-2607-286F-0510-916FB3CFA4F1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06D76A4D-D93C-1DFB-2AE4-1C0136E8DF28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26FA0BBA-9233-811F-5E0F-28AB277006E4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A36DAB22-70DE-D3FB-E04F-5712C5E4D57A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4D5E2C8-BC98-AFB7-29C7-59EE0137324C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A1C661C4-BCB9-3ECE-2DE6-9BFF7E7E8ED2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01CB608-909D-F016-660F-DCBCDCE36BEB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17B1BDE6-AF92-6CA9-8505-8CA4A898D779}"/>
              </a:ext>
            </a:extLst>
          </p:cNvPr>
          <p:cNvSpPr/>
          <p:nvPr/>
        </p:nvSpPr>
        <p:spPr>
          <a:xfrm>
            <a:off x="-179805" y="880559"/>
            <a:ext cx="5977441" cy="5977441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C76D1F76-E976-435F-0915-718359B0E705}"/>
              </a:ext>
            </a:extLst>
          </p:cNvPr>
          <p:cNvSpPr/>
          <p:nvPr/>
        </p:nvSpPr>
        <p:spPr>
          <a:xfrm>
            <a:off x="-4905" y="0"/>
            <a:ext cx="6785714" cy="7590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0" bIns="0" rtlCol="0" anchor="t" anchorCtr="0"/>
          <a:lstStyle/>
          <a:p>
            <a:r>
              <a:rPr lang="en-US" sz="4400" kern="100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contents</a:t>
            </a:r>
            <a:endParaRPr lang="en-US" sz="4400" kern="100" dirty="0">
              <a:solidFill>
                <a:srgbClr val="FF0000"/>
              </a:solidFill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CCC9A221-2A56-7D2E-FFEB-4753B473795B}"/>
              </a:ext>
            </a:extLst>
          </p:cNvPr>
          <p:cNvSpPr/>
          <p:nvPr/>
        </p:nvSpPr>
        <p:spPr>
          <a:xfrm>
            <a:off x="408324" y="1956693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27971E31-C07A-AE31-37DB-A441CD7D7919}"/>
              </a:ext>
            </a:extLst>
          </p:cNvPr>
          <p:cNvSpPr/>
          <p:nvPr/>
        </p:nvSpPr>
        <p:spPr>
          <a:xfrm>
            <a:off x="408324" y="2726339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CD3AF959-2A46-3137-5EC8-F9B48C246679}"/>
              </a:ext>
            </a:extLst>
          </p:cNvPr>
          <p:cNvSpPr/>
          <p:nvPr/>
        </p:nvSpPr>
        <p:spPr>
          <a:xfrm>
            <a:off x="408324" y="3495986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84236C8B-1290-FDCF-9942-9F91E3C77807}"/>
              </a:ext>
            </a:extLst>
          </p:cNvPr>
          <p:cNvSpPr/>
          <p:nvPr/>
        </p:nvSpPr>
        <p:spPr>
          <a:xfrm>
            <a:off x="408324" y="1187047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50AF555-259A-BAC7-6A83-B48C64E5F768}"/>
              </a:ext>
            </a:extLst>
          </p:cNvPr>
          <p:cNvSpPr/>
          <p:nvPr/>
        </p:nvSpPr>
        <p:spPr>
          <a:xfrm>
            <a:off x="408324" y="1283306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ABB8FA6-0F7B-5BFA-5402-46A263D13E2C}"/>
              </a:ext>
            </a:extLst>
          </p:cNvPr>
          <p:cNvSpPr/>
          <p:nvPr/>
        </p:nvSpPr>
        <p:spPr>
          <a:xfrm>
            <a:off x="408324" y="2044334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61D67B3-4C69-C2A2-11C6-ADA64D74983B}"/>
              </a:ext>
            </a:extLst>
          </p:cNvPr>
          <p:cNvSpPr/>
          <p:nvPr/>
        </p:nvSpPr>
        <p:spPr>
          <a:xfrm>
            <a:off x="408324" y="2808986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2E24AB5-4866-03BD-9143-C82C8BC6B246}"/>
              </a:ext>
            </a:extLst>
          </p:cNvPr>
          <p:cNvSpPr/>
          <p:nvPr/>
        </p:nvSpPr>
        <p:spPr>
          <a:xfrm>
            <a:off x="408324" y="3570014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19ADA066-07EA-6239-A37C-96500A546C4A}"/>
              </a:ext>
            </a:extLst>
          </p:cNvPr>
          <p:cNvSpPr/>
          <p:nvPr/>
        </p:nvSpPr>
        <p:spPr>
          <a:xfrm>
            <a:off x="1213375" y="2000177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Abstract</a:t>
            </a:r>
            <a:endParaRPr lang="en-US" sz="2400" dirty="0">
              <a:solidFill>
                <a:srgbClr val="284348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2528E6E-A883-903B-984A-C03763ED8E99}"/>
              </a:ext>
            </a:extLst>
          </p:cNvPr>
          <p:cNvSpPr/>
          <p:nvPr/>
        </p:nvSpPr>
        <p:spPr>
          <a:xfrm>
            <a:off x="1258464" y="2763938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22EA9CBD-FBD2-7B28-3F7A-77B253EE763F}"/>
              </a:ext>
            </a:extLst>
          </p:cNvPr>
          <p:cNvSpPr/>
          <p:nvPr/>
        </p:nvSpPr>
        <p:spPr>
          <a:xfrm>
            <a:off x="1213375" y="5998918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Outcomes of Project</a:t>
            </a:r>
            <a:endParaRPr lang="en-US" sz="2400" dirty="0">
              <a:solidFill>
                <a:srgbClr val="284348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2B24C3BD-EC74-4C1F-BC5B-E02E455A4302}"/>
              </a:ext>
            </a:extLst>
          </p:cNvPr>
          <p:cNvSpPr/>
          <p:nvPr/>
        </p:nvSpPr>
        <p:spPr>
          <a:xfrm>
            <a:off x="1206963" y="3570014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Literature Survey</a:t>
            </a:r>
            <a:endParaRPr lang="en-US" sz="2400" dirty="0">
              <a:solidFill>
                <a:srgbClr val="284348"/>
              </a:solidFill>
            </a:endParaRP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9B9794C0-7435-F770-47B7-063ED458ABCA}"/>
              </a:ext>
            </a:extLst>
          </p:cNvPr>
          <p:cNvSpPr/>
          <p:nvPr/>
        </p:nvSpPr>
        <p:spPr>
          <a:xfrm>
            <a:off x="427618" y="5904279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E9517791-9655-2290-E7A5-D97FCA7545F7}"/>
              </a:ext>
            </a:extLst>
          </p:cNvPr>
          <p:cNvSpPr/>
          <p:nvPr/>
        </p:nvSpPr>
        <p:spPr>
          <a:xfrm>
            <a:off x="427618" y="5987072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E255D06-CB08-658F-FDE2-D360057BD06C}"/>
              </a:ext>
            </a:extLst>
          </p:cNvPr>
          <p:cNvSpPr/>
          <p:nvPr/>
        </p:nvSpPr>
        <p:spPr>
          <a:xfrm>
            <a:off x="1184872" y="1254506"/>
            <a:ext cx="4114800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Justification of Title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2EF34A6E-AFB3-39B1-896A-04425CB1AEF6}"/>
              </a:ext>
            </a:extLst>
          </p:cNvPr>
          <p:cNvSpPr/>
          <p:nvPr/>
        </p:nvSpPr>
        <p:spPr>
          <a:xfrm>
            <a:off x="408324" y="4316478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D99671FC-C7CB-CC93-7A1E-ED31AAD41AA2}"/>
              </a:ext>
            </a:extLst>
          </p:cNvPr>
          <p:cNvSpPr/>
          <p:nvPr/>
        </p:nvSpPr>
        <p:spPr>
          <a:xfrm>
            <a:off x="408324" y="5086125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7181CDA8-BE26-7EA2-D8C6-6872B6EFC43D}"/>
              </a:ext>
            </a:extLst>
          </p:cNvPr>
          <p:cNvSpPr/>
          <p:nvPr/>
        </p:nvSpPr>
        <p:spPr>
          <a:xfrm>
            <a:off x="408324" y="4399125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E05C212A-A216-C219-9572-B93EB0A01C9B}"/>
              </a:ext>
            </a:extLst>
          </p:cNvPr>
          <p:cNvSpPr/>
          <p:nvPr/>
        </p:nvSpPr>
        <p:spPr>
          <a:xfrm>
            <a:off x="408324" y="5160153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C2D7FE12-E0C8-FF0B-F50A-679180881E6F}"/>
              </a:ext>
            </a:extLst>
          </p:cNvPr>
          <p:cNvSpPr/>
          <p:nvPr/>
        </p:nvSpPr>
        <p:spPr>
          <a:xfrm>
            <a:off x="1213169" y="5212510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Technology Stack</a:t>
            </a:r>
            <a:endParaRPr lang="en-US" sz="2400" dirty="0">
              <a:solidFill>
                <a:srgbClr val="284348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CC68BB7-2350-4795-BBB1-D1FA12192FBF}"/>
              </a:ext>
            </a:extLst>
          </p:cNvPr>
          <p:cNvSpPr/>
          <p:nvPr/>
        </p:nvSpPr>
        <p:spPr>
          <a:xfrm>
            <a:off x="5299672" y="1207985"/>
            <a:ext cx="599837" cy="443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200" kern="100" dirty="0">
                <a:solidFill>
                  <a:schemeClr val="bg1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795CD46F-EBFC-424F-9BD5-FED61520C7FE}"/>
              </a:ext>
            </a:extLst>
          </p:cNvPr>
          <p:cNvSpPr/>
          <p:nvPr/>
        </p:nvSpPr>
        <p:spPr>
          <a:xfrm>
            <a:off x="6067724" y="1163372"/>
            <a:ext cx="4920982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284348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</a:p>
        </p:txBody>
      </p:sp>
      <p:sp>
        <p:nvSpPr>
          <p:cNvPr id="196" name="Rounded Rectangle 192">
            <a:extLst>
              <a:ext uri="{FF2B5EF4-FFF2-40B4-BE49-F238E27FC236}">
                <a16:creationId xmlns:a16="http://schemas.microsoft.com/office/drawing/2014/main" id="{F09F1CE6-AEC7-498F-B5FB-417DE2D395F8}"/>
              </a:ext>
            </a:extLst>
          </p:cNvPr>
          <p:cNvSpPr/>
          <p:nvPr/>
        </p:nvSpPr>
        <p:spPr>
          <a:xfrm>
            <a:off x="5250683" y="1109022"/>
            <a:ext cx="599837" cy="599837"/>
          </a:xfrm>
          <a:prstGeom prst="roundRect">
            <a:avLst/>
          </a:prstGeom>
          <a:solidFill>
            <a:srgbClr val="67A9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55521EB-9DC5-4B52-8534-F3A6164B83DE}"/>
              </a:ext>
            </a:extLst>
          </p:cNvPr>
          <p:cNvSpPr/>
          <p:nvPr/>
        </p:nvSpPr>
        <p:spPr>
          <a:xfrm>
            <a:off x="1213169" y="4464503"/>
            <a:ext cx="3657955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2400" dirty="0">
                <a:solidFill>
                  <a:srgbClr val="284348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2400" dirty="0">
              <a:solidFill>
                <a:srgbClr val="284348"/>
              </a:solidFill>
            </a:endParaRPr>
          </a:p>
        </p:txBody>
      </p:sp>
      <p:pic>
        <p:nvPicPr>
          <p:cNvPr id="226" name="Picture 225">
            <a:extLst>
              <a:ext uri="{FF2B5EF4-FFF2-40B4-BE49-F238E27FC236}">
                <a16:creationId xmlns:a16="http://schemas.microsoft.com/office/drawing/2014/main" id="{FEFED97A-24B8-4293-9860-B445207047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1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E515F57-09B5-448B-92E7-FC5DA071875D}"/>
              </a:ext>
            </a:extLst>
          </p:cNvPr>
          <p:cNvSpPr/>
          <p:nvPr/>
        </p:nvSpPr>
        <p:spPr>
          <a:xfrm>
            <a:off x="1013012" y="773844"/>
            <a:ext cx="439923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Justification of Title</a:t>
            </a: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86BD9A91-A610-461B-AB4D-21035E969C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EC7459-85E0-BEC0-0B3A-F334A4CA1F19}"/>
              </a:ext>
            </a:extLst>
          </p:cNvPr>
          <p:cNvSpPr txBox="1"/>
          <p:nvPr/>
        </p:nvSpPr>
        <p:spPr>
          <a:xfrm>
            <a:off x="1136967" y="1421686"/>
            <a:ext cx="1050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“Campus”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primary users, focusing on their academic, emotional, and productivity needs throughout their educational journey.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“Mate”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signifies a companion-like system that supports, guides, and assists students continuously, rather than acting as a simple question-answer chatbot.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reflects the system’s role as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assistant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understands student behavior, learning patterns, and challenges.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“AI”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highlights the use of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Artificial Intelligence and multi-agent architecture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intelligent decision-making, contextual understanding, and adaptive responses.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accurately conveys the project’s goal of providing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student support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voice-enabled, agent-based AI technology.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159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99D189F-4A6E-4780-B8BA-D8DF2A40A12C}"/>
              </a:ext>
            </a:extLst>
          </p:cNvPr>
          <p:cNvSpPr/>
          <p:nvPr/>
        </p:nvSpPr>
        <p:spPr>
          <a:xfrm>
            <a:off x="1173494" y="517816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8420FD94-FF8A-4D5E-AD53-DDB0CD8AEE3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1E2977-A1C0-8B02-B452-083E2373DBE2}"/>
              </a:ext>
            </a:extLst>
          </p:cNvPr>
          <p:cNvSpPr txBox="1"/>
          <p:nvPr/>
        </p:nvSpPr>
        <p:spPr>
          <a:xfrm>
            <a:off x="1173494" y="1109022"/>
            <a:ext cx="10384125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contemporary academic environment, students face multiple challenges such as complex curriculum demands, high cognitive load, emotional stress, and ineffective time management.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educational tools and generic AI chatbots provide static and generalized responses, lacking personalization, contextual understanding, and emotional intelligence.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limitations, this project proposes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Mate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voice-enabled intelligent academic companion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support students throughout their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Life Flow (LLF)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based on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a central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Router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user intent and dynamically delegates tasks to specialized agents for expert-level handling.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academic, emotional, and behavioral intelligence, Student Mate AI acts as a proactive AI partner that enhances student performance, well-being, and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95877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5501B6B-EC77-47C1-BED3-6FC1C9A01967}"/>
              </a:ext>
            </a:extLst>
          </p:cNvPr>
          <p:cNvSpPr/>
          <p:nvPr/>
        </p:nvSpPr>
        <p:spPr>
          <a:xfrm>
            <a:off x="1222193" y="606910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3E257B4B-4B6D-41FE-BC29-CEE48B6872C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C8DEFC-9C0A-2508-F48B-5EF153DDF69C}"/>
              </a:ext>
            </a:extLst>
          </p:cNvPr>
          <p:cNvSpPr txBox="1"/>
          <p:nvPr/>
        </p:nvSpPr>
        <p:spPr>
          <a:xfrm>
            <a:off x="1222193" y="1305501"/>
            <a:ext cx="1004385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AI Chatbots (e.g., ChatGPT, Gemini, Claude)</a:t>
            </a: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powerful Large Language Models (LLMs) capable of answering questions, summarizing text, and generating code.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Context: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treat every query as a new session and do not maintain a long-term memory of the student's specific syllabus, weak areas, or past failures.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Session-Bound Memory: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Although modern LLMs support large context windows (up 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200k tokens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sending and receiving), this memory is typically isolated to a single chat session. Once the session ends or the limit is reached, the context is lost. They do not retain a persistent, long-term memory of the student's history across the entire academic year.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Responses: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query like "Explain this concept" yields a standard textbook answer, without adapting to the student's specific learning style (e.g., visual vs. theoretical).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Emotional Intelligence: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cannot detect stress or burnout and will continue to push content even when a student is cognitively overloaded.</a:t>
            </a:r>
          </a:p>
        </p:txBody>
      </p:sp>
    </p:spTree>
    <p:extLst>
      <p:ext uri="{BB962C8B-B14F-4D97-AF65-F5344CB8AC3E}">
        <p14:creationId xmlns:p14="http://schemas.microsoft.com/office/powerpoint/2010/main" val="235228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D644-9A7D-2AF2-D131-65EDDB68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7E0A27B-BCA1-FF2F-354F-26EA97BD2ABE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91EDC14-A645-4BC2-A7A0-C8D5C0377C02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D68A269-5540-DDF5-BA61-FD9057170777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3F75A73-11E9-0F44-85F8-08291553DB29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2FC6735-3968-FF1C-33BD-D34181BEFEA4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638A6F3-79FA-5914-A84C-63FDBB36C7D6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B9D7127-D6D6-D097-BEC7-35AE8C095958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CECD3CF9-57E8-E5B3-9B95-C78B655D1BD6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F28EB26-87C8-D7E1-4A06-3C37D7C5EA3D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FA5D537-F104-DF21-FDB6-54EFADDB500D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556056D3-94D3-D730-37E7-A5A5368DCF4C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2D63AFD-237E-F4B3-89C2-08814CA040F0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09790F9-7578-69D7-F457-FC0EC9F2D56C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8A9CF92-697E-1F8C-81BB-56E5121F5403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3D91488-3B7A-5DE8-9B86-004042F8864C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A6DD6F73-4A22-FF51-0FC9-B106702B15B7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DE046F8-DEEB-B3AC-A083-6EDA5E5368C0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E3C2105-2201-BDC3-62AC-B565796FC2B1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F390991-6FD8-E913-CE1D-0D45DC0BC717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8A07D6FE-9658-DA36-A692-1E3FB191A5D1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7C073C2-26D9-5E2F-8E34-53B496FCAD0C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EFDB491F-CCAD-F1E2-8331-5B1D48DC10F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EC4359EA-A1BE-367B-F059-3758CB0C8DFD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6C0708D-7256-3528-98B1-73883A28A646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A9D4E6F1-3B48-AB7D-4B56-A8E4FBED3B92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A251942-AD6E-0D68-D90F-E4CC74E3C9E1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05A7A26-99D3-CF69-05E6-29734D2F3764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D1458289-3429-3888-5AB9-9E8EB9725767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2C1BF159-FA21-0A01-2868-903BF0D7E1AA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D8F81A12-FEC8-3D49-F7D4-4143A2A3E77C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F39B412D-763F-8337-83ED-08DC67EF0B5D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8AF50351-68A7-E488-2F1D-39168C808D1C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A86023E6-1645-C51C-66CD-199D92F3BF19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31BED23-132B-7BF5-76BE-32568145A962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13F5A7F-4BAD-0386-8526-F1A98119ACD1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153BC94E-48FF-26E9-02F8-F26E32FC22AD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A6D18334-49F2-B361-EBC3-FB1C6E0ACE1F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E3C8798F-8174-D8FB-7A8A-4099BE07D35B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998A0489-AC1E-160A-F354-69EA6F7312FE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A720E9B2-95EA-B373-3D99-C965D8134DDE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CCBAA682-8D0C-597F-0D12-CB5AE90AEC62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2A33AF1-71AE-D6EE-3A88-8F88F3DBD1A3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D0F933C1-3CF4-4F72-5EC9-AD54B84B8D75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E7DEBBBC-8D0A-8F47-8A4C-FD9B7CD1C836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6FCC5ADB-ADA4-E3E9-6EE3-21C0284CBFC1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845E7A5D-AD6C-215D-BF5E-D146C0B1195E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04D1B5E-36A3-76BC-C187-1CF41E45976A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E497BEE3-B455-A762-899F-0A9D323DD5DB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42E00CC6-2D67-A331-374D-0733FB4E2532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DE10F42D-D11C-4BC8-408B-9B8D93F646AC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B25BC57C-7A95-2D5D-CBAD-2B0C20446B49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A0FEDDB-DE30-8501-F271-38523995C2FD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DEEA2EAE-4461-789D-3B63-43839B2FEA17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4480F511-7E09-E30E-C0F7-9FD11AFEE380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8F30B216-E746-11D6-E5E3-9B90902C8078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7C07C62-B832-D868-4B00-43C959D9D7B3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92DB996-56FD-EBE6-1C62-C1E9EC4D99BB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37F1F1A-F504-D02B-8447-8ED3213A42DD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98985D8-1E9A-166C-CF3C-3A53CBE1BEFC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216C8E19-BE98-6A9A-1898-DEDF80C359C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2A8A4A4-F2D1-6BDF-A9E5-848F89D35788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0D1CA65B-839B-4F87-6567-F6B9E330F883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9DB15380-00FE-297A-4B83-B3602B12C8BE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015B34CD-10C9-D0FA-D024-6DDB3C819B43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8D0ADDBB-A328-4B8B-1FEF-D828D90104CE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ECAD6EEA-1DA3-0E98-E96C-495B2C39BF1A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2A461C71-DE5D-B2B0-9FBB-C97CADDEB5DF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674EA672-3788-59C5-C10A-CF95A5A5BE14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76884B48-F516-9A49-BC8D-F24BB37DBDB4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802A71AB-0EF8-324C-6576-F045B3AFF1FC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9946A416-D271-42CE-F8C8-AE49D4F91F8E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F853FCC3-FC31-A288-10F2-38DF3504A846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24EC582A-15E1-D13E-08FD-BAD45F1D0F2D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515306D7-3913-4220-26A1-024685DE146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F08837-C955-2222-22A3-620CC181BB26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056054C6-E2E1-60E0-BA58-8E7282A9A526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C5FA6C8C-91A8-AB49-65C3-A03F220AD584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FB81B22-9963-5F8B-FADC-4D4ECE87A156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E9FE1AD2-0571-6A17-CDE1-563E1E8A7EB3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E9FEC72E-5A44-4352-9FF1-E21F92703E88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1244C476-7E46-1C50-E303-75219137E1F4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6EFBDADC-726F-6D9C-755E-756A40719976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064158F9-EC21-D07B-A840-F062868E4F4B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19C09FC6-9C1E-015C-38CA-D5F5DF24B9BD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A89322BA-5602-8106-DA49-0F9E1ACE39D3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8B6C3137-0259-A1BB-99D3-2B2258564181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27098B6A-EC27-F3C8-F4BB-624011A6C169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15B1F7FF-FC80-F003-8AAC-4C20CE976A36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8DF1E8AC-A47E-A223-28E8-6D33D89F466A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7411E6D-5822-79B1-7F53-D2A8D3EE281E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CC389E7F-3268-A4EE-CB06-082C7E460CAA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2A6F0977-2A0F-5DBB-E949-B55E50C48F5A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93D147A-EDE6-4197-50CF-CB47FA1CCD76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387080DB-8A93-A38C-1B2D-3FC795B6CCDF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3B72DAE6-85A1-41D6-5240-890B6DDE61FD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38A22AAE-3217-CFBB-FC9F-1A5FFE9AB5CD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52142AF-6FFC-8750-802E-421F7068C0A0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4596622F-42AE-BE8C-2B12-D2ED9B5F785E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79F5B3-7B9E-B756-3AC5-F5A419AF583D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8F9484CF-DB88-FA4C-9FE9-19232ECE3EA2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B09A85CB-4B33-D24B-558D-9D0646BEF385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F368F8D7-DE7F-F4E7-37DC-4258E999E062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E8BEA3D3-C2DA-5798-D5CD-87C9F9F05541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03FB8C7F-FF49-EAE7-1A0B-EEA10E83A8E7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4BBB6F3D-77F1-C32E-5B78-366593CCCEEC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1427802E-2436-4B74-A1CA-E9C95B2C6ACA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FC40851F-3CA2-39C2-BD4B-07D7DF240046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6C32E3CA-1E5D-0F1C-DC66-6B6EC2382BB1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32743F81-3DDA-4970-22AE-3FA0369E8293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E707A6A9-F11E-D9DE-D634-777080F806F9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BCA73AE6-008F-1CD7-BEAE-DEEE1B2A400A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A49BFADF-33C6-942E-1546-81080BA15C43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57B69807-86C5-A24B-71F1-740D0DB84BD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5BE5D452-3458-9977-066C-E638DDDB024D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64DCF692-7128-A040-2717-C410655C8014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C98D85D0-E0F6-7EE4-D7F9-714052A99D50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870FCBD8-2E72-5810-9A58-21984D85EDBA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B6C819FD-59C0-81F9-7BE2-3C8B0EC513BF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4EF78356-C394-6435-61D2-9E55E88E95A8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C868C3F3-E1F1-56BD-D21C-97E4D1837771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47AC3856-EDA6-E9C8-BDF7-6F7B11C47C1F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5E73C54-BCEE-F3D9-D5CF-A64A76729E16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44CDCA-1DED-7069-393C-4A2765527781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C24B98-9830-279D-FA33-B33BB8A4A99E}"/>
              </a:ext>
            </a:extLst>
          </p:cNvPr>
          <p:cNvSpPr/>
          <p:nvPr/>
        </p:nvSpPr>
        <p:spPr>
          <a:xfrm>
            <a:off x="1222193" y="465725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B64EACE1-F3B9-2183-A069-11F7CEA9A4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A6EB69-9CCC-C38C-C29C-5D885EEDD64C}"/>
              </a:ext>
            </a:extLst>
          </p:cNvPr>
          <p:cNvSpPr txBox="1"/>
          <p:nvPr/>
        </p:nvSpPr>
        <p:spPr>
          <a:xfrm>
            <a:off x="1142270" y="956205"/>
            <a:ext cx="1004385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Management Systems (LMS) (e.g., Moodle, Canvas, Google Classroom)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These platforms are excellent for content delivery, assignment submission, and grading.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are repositories of information, not active assistants. They do not "nudge" a student to study or warn them about procrastination.</a:t>
            </a: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Structure: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follow a "one-size-fits-all" approach and cannot personalize the learning path based on an individual student's pace or gaps in understanding.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the Existing System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Students must switch between 4-5 different apps (Chatbot for doubts, LMS for syllabus, Calendar for dates, Notes for planning).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Reactive, Not Proactive: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Current tools wait for the student to ask or act. They do not proactively identify failure patterns or cognitive overload.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Voice Interaction: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Most educational tools are text-heavy and require constant typing/reading, which can be fatiguing.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"Human" Connection: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There is no sense of a "companion" or "mate" that understands the emotional rollercoaster of student life.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21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5501B6B-EC77-47C1-BED3-6FC1C9A01967}"/>
              </a:ext>
            </a:extLst>
          </p:cNvPr>
          <p:cNvSpPr/>
          <p:nvPr/>
        </p:nvSpPr>
        <p:spPr>
          <a:xfrm>
            <a:off x="1224294" y="505686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70" name="Table 169">
            <a:extLst>
              <a:ext uri="{FF2B5EF4-FFF2-40B4-BE49-F238E27FC236}">
                <a16:creationId xmlns:a16="http://schemas.microsoft.com/office/drawing/2014/main" id="{4928DC8E-5573-4EF0-B6EF-41385CE76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794122"/>
              </p:ext>
            </p:extLst>
          </p:nvPr>
        </p:nvGraphicFramePr>
        <p:xfrm>
          <a:off x="234491" y="1017338"/>
          <a:ext cx="1157945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375">
                  <a:extLst>
                    <a:ext uri="{9D8B030D-6E8A-4147-A177-3AD203B41FA5}">
                      <a16:colId xmlns:a16="http://schemas.microsoft.com/office/drawing/2014/main" val="4167517054"/>
                    </a:ext>
                  </a:extLst>
                </a:gridCol>
                <a:gridCol w="2126958">
                  <a:extLst>
                    <a:ext uri="{9D8B030D-6E8A-4147-A177-3AD203B41FA5}">
                      <a16:colId xmlns:a16="http://schemas.microsoft.com/office/drawing/2014/main" val="2903303254"/>
                    </a:ext>
                  </a:extLst>
                </a:gridCol>
                <a:gridCol w="1461247">
                  <a:extLst>
                    <a:ext uri="{9D8B030D-6E8A-4147-A177-3AD203B41FA5}">
                      <a16:colId xmlns:a16="http://schemas.microsoft.com/office/drawing/2014/main" val="861101941"/>
                    </a:ext>
                  </a:extLst>
                </a:gridCol>
                <a:gridCol w="2612971">
                  <a:extLst>
                    <a:ext uri="{9D8B030D-6E8A-4147-A177-3AD203B41FA5}">
                      <a16:colId xmlns:a16="http://schemas.microsoft.com/office/drawing/2014/main" val="67999011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1456632"/>
                    </a:ext>
                  </a:extLst>
                </a:gridCol>
                <a:gridCol w="2259305">
                  <a:extLst>
                    <a:ext uri="{9D8B030D-6E8A-4147-A177-3AD203B41FA5}">
                      <a16:colId xmlns:a16="http://schemas.microsoft.com/office/drawing/2014/main" val="2170512275"/>
                    </a:ext>
                  </a:extLst>
                </a:gridCol>
              </a:tblGrid>
              <a:tr h="385509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 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Techniques/Algorithms used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629365"/>
                  </a:ext>
                </a:extLst>
              </a:tr>
              <a:tr h="385509">
                <a:tc>
                  <a:txBody>
                    <a:bodyPr/>
                    <a:lstStyle/>
                    <a:p>
                      <a:pPr algn="l"/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   1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Chatbots for Academic Stress and Student Support (ARU Case Study)</a:t>
                      </a:r>
                      <a:endParaRPr lang="en-IN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Nelekar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(2021)</a:t>
                      </a:r>
                      <a:endParaRPr lang="en-IN" sz="17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manage academic stress using conversational agents in university environments</a:t>
                      </a:r>
                      <a:endParaRPr lang="en-IN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+ AI Chatbots </a:t>
                      </a:r>
                    </a:p>
                    <a:p>
                      <a:pPr marL="0" indent="0" algn="l">
                        <a:buFont typeface="Arial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Cultural Personalization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Short CBT Interventions</a:t>
                      </a:r>
                      <a:endParaRPr lang="en-IN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Single-session interaction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 long-term memory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Limited scalability</a:t>
                      </a:r>
                      <a:endParaRPr lang="en-IN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67319"/>
                  </a:ext>
                </a:extLst>
              </a:tr>
              <a:tr h="385509"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latin typeface="Times New Roman" pitchFamily="18" charset="0"/>
                          <a:cs typeface="Times New Roman" pitchFamily="18" charset="0"/>
                        </a:rPr>
                        <a:t>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of Artificial Intelligence Chatbots on Mental Health &amp; Well-Being in College Students: A Rapid Systematic Review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Shahzadhi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Nyakhar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Hongwu Wang (2025)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evaluate the effectiveness of AI chatbots in reducing anxiety, depression, and academic stress among college students.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Chatbots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Cognitive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Therapy (CBT) 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Mood Tracking 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Conversational Agents 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Validated Scales (PHQ-9, GAD-7)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 dropout rates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Limited emergency escalation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Mostly short-term interventions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 academic task integration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309415"/>
                  </a:ext>
                </a:extLst>
              </a:tr>
            </a:tbl>
          </a:graphicData>
        </a:graphic>
      </p:graphicFrame>
      <p:pic>
        <p:nvPicPr>
          <p:cNvPr id="191" name="Picture 190">
            <a:extLst>
              <a:ext uri="{FF2B5EF4-FFF2-40B4-BE49-F238E27FC236}">
                <a16:creationId xmlns:a16="http://schemas.microsoft.com/office/drawing/2014/main" id="{F64B0625-59CF-40C4-B19C-22930EF32CF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3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CC90F-207D-A3C0-3458-35E0EFE0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043B82E6-2EC5-D19C-71B1-4E8528060BE2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AD0F30E-0192-528E-92C5-31D9C85D26C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68CD4D9D-90DD-6816-040D-A2429436513A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DED5299-929C-B1D7-4939-A7B00D01038B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5FDDE69-B806-64B1-C021-8AE472DEC1B4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D398E67-F50F-DBF8-DDA7-62B72F39F67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B99FBAA-BD78-0A3F-9B67-80F50EA36B7B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37CB2B0D-49FA-08C8-30D7-6485E1572589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D64706E-4691-1204-BF8B-24EF5942B931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69DFF51-588F-3951-8E9B-FFEDE14B8EBC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0A6EFAE-7DB6-C2A2-DEE9-77C306CEC3A7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49E8AFE-ACA8-C42D-DF75-8251485397FC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078328B-436F-6E2E-D4B6-8D5A5F33DC1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1D3D3AC8-BD6A-C44C-48CE-23C5CC885C5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90621C2-E78E-7460-00AC-54DCCC464943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D40DDF9-36A9-32E8-3C41-B6852CFACB66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FE30814F-B25E-F331-F5F7-962EB0DB5456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A709C7E-61A3-E00E-C814-BA917636C377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5F315A45-1ACD-20E8-DDE8-8A23A08B6E1C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891C089-127F-4936-3FEF-A04F830A3D4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6D61EA8-A4A9-042C-8D6F-24D777FCD15B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3957A809-9BCC-D0C6-6EC0-2E9C9294FBE0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8976FA3-C5A6-4231-B11B-6B1652DD0324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9EB686B6-C79F-9AAD-4267-8BDD1A68303D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74C9B2B-3BB3-AC1C-8380-5460E4EE1B2E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FE0A59E7-9AF3-F78F-70E4-C5C3B1DC3957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F5C026E-FC85-C852-BD8E-71A25BE1E1B5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C2A059C9-5A10-6216-332F-2144FD0718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6766972C-88AF-D4A4-C4D8-D27C57CBDB7D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DC97C33C-B0CD-F6F2-3D3E-CCBC11F2BFA4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BBDBF14D-87C5-AEC5-234B-1108E88D54A4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C1B0B8B-611B-E1C4-1E33-A47470165BBB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A9BAF7C-0D17-1F3F-EFD2-4E3D2DBCAE42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1F8068DD-A49A-4E6B-4367-14C669F2BD8F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8BA45B38-C0E3-1CCA-678D-0DD06571AB9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9157F453-F0B7-BD7A-BEEE-FB1E1935A0AA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AC7069CD-D432-2128-EB7B-CEE8B6DB4927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0990A72D-3257-C58E-F15F-A00F6A18407F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06359F86-561B-D3F7-0E04-6AA66DC24DAC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B6356581-44C8-910D-7F3A-AD165FC0B2C7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C6833B7-52F6-E1EF-E85C-D50CE52F93CB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E174B23-BA66-95CD-62AD-86BC5B6C9A28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D43C1207-25A3-2DFB-A8AF-C52D02965D29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89F226F8-E480-B3D4-752A-F2BD88400A6F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5C967E72-1F2A-50D9-CFB9-DAEFCE0DBE2E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623D8E7C-381B-F859-792D-1AFE3AA30EA0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74CDE96-4323-0CB3-C59C-683AD7C53BEF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5D4ED060-F61A-3A16-F7C9-5232AAD53946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4E29A8C5-A9C5-0ECE-3366-182DC7F8128D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8D375B40-AACF-4469-B2F8-CFC6989560F5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B8CACE3D-EB57-A17C-919B-515758125807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3B022AEB-57F8-7712-5B18-9BD858E574E5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F0853535-8BB5-0563-06DF-0E680A8EF57C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299078F-51CC-B1B7-E01D-8E29FAA85F24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CA10492-BC5D-55C0-59FB-DBCA8E757F0A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4751D15-21DB-9C96-E447-847E94213C7E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CB928262-42EF-66A5-F8AB-BF1422B4F1BB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A58A8E58-4188-3F35-71C5-58ED4C5EF87C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D6BE0837-7505-F4C6-13CA-100A9C61572E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81AF25BA-3020-CEC7-4396-44960B92DD24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C34036F7-42E5-8FD6-C59D-5B16043FE52D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2C105E88-CB3C-11B6-CE95-F50FD0059B5B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D7FE3658-8FC4-C48D-F1A4-95B70453CC52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6E324E66-CE08-5E6F-C7B8-5FAB240BDB08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1733529B-FEBB-EB15-29A7-E87CBDC005A4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DF9F725E-216F-BFEE-0516-7308A64F3D36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60EF1E0C-5BE9-6359-6926-5808C2807C9B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9AA3C33-F1AF-8081-25E9-0508F76EDED3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27ABAC26-CEC3-B5D6-3D85-E9F3F9D77745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2B8989CB-F58C-5390-7C21-C4CFDBC473B6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6CC50FB8-18E9-C03D-DD2C-06D8EF945F0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EDC552B-016A-526F-00CC-D517132150F6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B328A1E0-E670-F724-1267-FAD23131AF4E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0F5DF7BD-5C36-BF76-44D6-892D57C0063E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6F8B2F1-DE05-6FAB-5DFF-49A1205234A4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A9C4F46-6C4B-1666-F0F2-D244F12BB264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0F1D3C1A-ADBE-E391-B6AA-85605AF24078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247DE301-2003-3222-C185-802AD2F611FB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09A699B3-38A3-6AAE-0786-0EA251793015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A8B2EA3F-EEB5-6F60-39C7-9A7D2A465147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323AD65E-08AC-E2E4-0CD4-B0BC3587BCD2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0F51015E-5E07-59F4-20A1-4DB6EFE8E077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AF4DCE3E-233D-958A-2AE9-452B3DDAB52E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AF5D69B-F6E2-B4B4-08D4-38471643CCD9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40A371C4-6CAB-530D-EC41-B2EC1DE17B81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A485FC8-ABF3-80C5-29C4-AB24F84F7F7B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C52A59E3-FE75-004B-BC77-0DC00183B489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52D93FB0-D636-494F-E61C-32AB18B5A479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8C3CC0B8-9212-E479-B79D-A668375CD47A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8C3F65ED-26DE-3470-F16B-9965B430F261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18B7B75E-C379-256C-E6D0-293AD31920AD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15993E24-A2DB-F632-7B35-08E20E788D5B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8EA0D3BA-FFB6-4D45-5092-1550F1B9A3B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2F448099-1383-495D-EB93-3496354DE5AA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6D34793A-9C76-66EA-2AEA-5CC0CD0D5C3B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07057F1F-7E5F-0BE7-5619-2B021EA584AB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F4ED726B-FA35-1590-9222-42E228BE1DE0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D82B7541-0EE5-78E5-FF52-A0A8A7C67011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5F510AA2-4B4B-1181-5CC8-839C12EA0E5C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5346D998-E2AC-7746-47F9-E9B4623E7701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C9558B17-3B8F-7DA4-4534-77FECC97E714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B1D5B7-B43B-F11B-6A1F-4F787524887F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B4FDDD60-6325-4E99-9865-C96705793D67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AE050BBE-1313-1FF5-C99A-6A1647CDD5B1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BF84B7B0-D5AF-56AF-7155-3285D053FBC4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FECBB65-64BD-47A5-BF0D-171E2419F59F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DD122FC1-F1D5-38C1-5E6B-F362ABD1655D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20C0E431-DEEA-A862-8779-6AA632E853E2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FB03D5E9-3034-D920-2E34-8963DECED1C5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33C43C5B-4BBF-E839-31AA-6288E48614D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2EC5C8A-9A00-ABA2-3B2F-20AF672DA733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A3DF20A2-74EE-AACB-FE99-0D9A384C231E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2D32C525-919E-90E6-F478-E8D99E87F4DD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42E877FC-4C31-7134-0A3D-65552EF8B795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1F71F54B-34BE-D307-40AA-C437B2F6B551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A9DCA948-A8AE-1423-0968-C4A19DC0599C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3F3A5ED5-89D4-870F-6DFE-21CCEC03272A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2663FC54-C762-A094-FF75-103BADE6CD38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24FB2616-E356-5F1E-6DDC-C670C259B31F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1672EA11-751D-747D-CF4A-23BA17A8FDE4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C4DF66B0-77B8-CA19-D6B7-29491B4EAFC3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BDAE32A-35E2-E466-117A-98BC15D85DD1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9ADCC8-E720-6586-FDBF-5A0CF73B84AA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AB36870-3DF7-1E8D-807B-8242CC9E2417}"/>
              </a:ext>
            </a:extLst>
          </p:cNvPr>
          <p:cNvSpPr/>
          <p:nvPr/>
        </p:nvSpPr>
        <p:spPr>
          <a:xfrm>
            <a:off x="1224294" y="505686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70" name="Table 169">
            <a:extLst>
              <a:ext uri="{FF2B5EF4-FFF2-40B4-BE49-F238E27FC236}">
                <a16:creationId xmlns:a16="http://schemas.microsoft.com/office/drawing/2014/main" id="{541108F6-7829-DAF2-1BB5-F25D786C2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992451"/>
              </p:ext>
            </p:extLst>
          </p:nvPr>
        </p:nvGraphicFramePr>
        <p:xfrm>
          <a:off x="234491" y="1017338"/>
          <a:ext cx="11579456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375">
                  <a:extLst>
                    <a:ext uri="{9D8B030D-6E8A-4147-A177-3AD203B41FA5}">
                      <a16:colId xmlns:a16="http://schemas.microsoft.com/office/drawing/2014/main" val="4167517054"/>
                    </a:ext>
                  </a:extLst>
                </a:gridCol>
                <a:gridCol w="1992487">
                  <a:extLst>
                    <a:ext uri="{9D8B030D-6E8A-4147-A177-3AD203B41FA5}">
                      <a16:colId xmlns:a16="http://schemas.microsoft.com/office/drawing/2014/main" val="2903303254"/>
                    </a:ext>
                  </a:extLst>
                </a:gridCol>
                <a:gridCol w="1330023">
                  <a:extLst>
                    <a:ext uri="{9D8B030D-6E8A-4147-A177-3AD203B41FA5}">
                      <a16:colId xmlns:a16="http://schemas.microsoft.com/office/drawing/2014/main" val="861101941"/>
                    </a:ext>
                  </a:extLst>
                </a:gridCol>
                <a:gridCol w="2878666">
                  <a:extLst>
                    <a:ext uri="{9D8B030D-6E8A-4147-A177-3AD203B41FA5}">
                      <a16:colId xmlns:a16="http://schemas.microsoft.com/office/drawing/2014/main" val="67999011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1456632"/>
                    </a:ext>
                  </a:extLst>
                </a:gridCol>
                <a:gridCol w="2259305">
                  <a:extLst>
                    <a:ext uri="{9D8B030D-6E8A-4147-A177-3AD203B41FA5}">
                      <a16:colId xmlns:a16="http://schemas.microsoft.com/office/drawing/2014/main" val="2170512275"/>
                    </a:ext>
                  </a:extLst>
                </a:gridCol>
              </a:tblGrid>
              <a:tr h="385509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 Paper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Techniques/Algorithms used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629365"/>
                  </a:ext>
                </a:extLst>
              </a:tr>
              <a:tr h="385509">
                <a:tc>
                  <a:txBody>
                    <a:bodyPr/>
                    <a:lstStyle/>
                    <a:p>
                      <a:pPr algn="l"/>
                      <a:r>
                        <a:rPr lang="en-US" sz="1700" baseline="0" dirty="0">
                          <a:latin typeface="Times New Roman" pitchFamily="18" charset="0"/>
                          <a:cs typeface="Times New Roman" pitchFamily="18" charset="0"/>
                        </a:rPr>
                        <a:t>  3</a:t>
                      </a:r>
                      <a:endParaRPr lang="en-US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Agentic AI for Personalized Education and Adaptive Learning Environments</a:t>
                      </a:r>
                      <a:endParaRPr lang="en-IN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Pramod Appa Babar (2025)</a:t>
                      </a:r>
                      <a:endParaRPr lang="en-IN" sz="17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study agentic AI systems that autonomously adapt learning content and improve engagement, retention, and equity in education.</a:t>
                      </a:r>
                      <a:endParaRPr lang="en-IN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Agentic AI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Multi-Agent Architectures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Reinforcement Learning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Bayesian Knowledge Tracing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Multimodal sensing</a:t>
                      </a:r>
                      <a:endParaRPr lang="en-IN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itchFamily="34" charset="0"/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 computational cost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Ethical &amp; bias challenges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Requires strong infrastructure for real-time deployment</a:t>
                      </a:r>
                      <a:endParaRPr lang="en-IN" sz="17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67319"/>
                  </a:ext>
                </a:extLst>
              </a:tr>
            </a:tbl>
          </a:graphicData>
        </a:graphic>
      </p:graphicFrame>
      <p:pic>
        <p:nvPicPr>
          <p:cNvPr id="191" name="Picture 190">
            <a:extLst>
              <a:ext uri="{FF2B5EF4-FFF2-40B4-BE49-F238E27FC236}">
                <a16:creationId xmlns:a16="http://schemas.microsoft.com/office/drawing/2014/main" id="{E2FFB6DB-FD2D-32BC-5568-14AB6336C14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1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8AD28-98DD-FC66-0B56-A4EEAB20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6AB1E303-63A2-2165-787E-8F1A12386ACD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235A2CE0-0A1C-2778-458D-87660DBA2334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5ACB16-70C0-4240-D2B4-786AAA8B1349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D109775-E5A4-C01F-7666-A699AA07B18C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86E1BB-C0C0-F70D-8551-0439CDFEBCC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3E3D994-6E3A-B5AF-D1D4-99A8048FECD1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265FD500-040C-50BF-5BE6-98189F43143C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F7CF888-4152-34ED-AC04-6BCC28719E67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4E3DF93-FDCD-6BBF-310F-F149D9A50AE1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14B4F35-D072-156F-7E7A-DB71A44CF1A2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AB7DE84-DDB1-0DEA-C375-A9EE27B8FA10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C875CD6-ACFF-6DF0-98E6-6A50F5712357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AC44EC0E-9D26-9BDF-7B33-591971E5A73A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63218E0-2F47-D34E-DA3E-3A4E60DC499A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AF627B8-D99B-5841-E6D3-79649FE8BF3C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905D891-EA6E-65AF-7B2E-F40449BAAC91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D84442F-D468-EE6B-1A77-5211959A22F1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E6FF465-C059-4E04-D942-F16638E7B1C8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7C48CDB-1D7D-4550-0E61-76E58C161CC8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BD408B9-27D7-DB1D-8E72-0F175E8E01AF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6ACA0FD-BD6A-CD3C-9BC0-37408C123744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3420241F-97A4-A2DE-C5D2-BAD682E7A10B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60691E4-AFCB-DAEE-1E30-F086999FD2CB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22EB0EE0-E993-F135-56A8-BFA5E3FCF16F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8D3518C-E01D-AE51-20A1-5C2D446242FA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B3545C33-DA85-EBA1-26EE-E198E52DB9E8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952D1568-ABCA-C358-8F27-D0C19C9C8290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925672E-29BF-53FA-666F-09661737C5B4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98DE818-9C00-DB99-9035-4BB27A4B03A8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511E0A2-E09C-8C4C-AE22-EF302A8564E3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36DF6463-3C80-F056-9669-58C46AD3A41D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EFDD3D8-D419-1412-6AA3-4474C33338E6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DA7FDF93-81FF-EA53-6BBA-6693CD63A680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7CC6D64-5E5C-CCF4-14A4-23A5AD176606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C53C087C-9D18-EA1D-3F46-CEEEC43053EB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B81860DB-6663-8B82-35D5-C4837BE5104C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0F97571-DAF3-BD25-C615-E112067F8CBD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64BF5F4A-3F38-C697-1E13-CB14609CB4A7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4ED6B33-A66B-6FB4-F730-8AB753E61B99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0DF01359-5AD9-67D7-0F79-4BD7EBD97A7D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E5F2BB32-C5FB-7AB1-846F-4FAC0453E9B8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77EB2B-3D20-49EE-8FE9-41F21AF38F23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1DCA5D52-C158-8593-872D-51A47F6353C9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231498DA-4457-CE30-1E48-C9BDC41C0D73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D42DA417-C420-E553-0E00-DD514329C4CD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3CFDF75B-12A2-4A08-9310-832E2AF5E35B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3C427573-17D9-EC90-BEF2-9EC050717085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1785C37-C11F-CB05-0414-8CED12520A81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7719D742-A023-2CE3-60C6-F1005CA0C87D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A9698177-A8C8-0C78-A52A-D9BA74DE4CC6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4D51F714-EC68-6EA2-FEE6-E06C5538D4A7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033EDF8D-4538-87BD-DE88-1458DA6C5F6D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9460A15A-F178-F955-F7F9-01B1BFFCF48A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87220022-8DAE-DB4D-537D-C6B6AEEEDE06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D6516007-68EA-4077-2F13-C8CED761383C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08C138F1-DB1E-D31C-FFE3-08AB05962EC0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D2E199BF-8C2A-A900-9201-654795FAAED1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38A871CE-1DAB-0446-3ED9-9E9F126BC3A0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43B64D40-A163-D975-5E69-6EFD13318742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D525E0A-C7F4-8EEF-11C9-FCD96981D1DF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6424C702-8F25-3AF0-391F-0232C4BF93ED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77798E5E-E362-C651-DE51-4B996C9AFB6B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893A9AD6-8829-80F1-B7FC-640B195F3B3F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944F75CC-24F9-F47C-688D-501664E30393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05B9CBE0-FF76-30EA-8190-586D13575CF1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81D44E0F-D82D-5D3A-25F7-5052E918D33B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FC999CC4-6221-399E-B9A7-4E13718014DA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9CC6E43B-EB4B-B4E5-6D7D-C49D5B4B2616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E587E26D-500F-8F3B-CD1E-3421BA479F4E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6524A32E-8E60-2A6F-046E-E9FAD1557554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FFE2EEAE-9D9E-B74C-7D41-2DB0A7300E78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E48297C-69F8-60DC-3EB4-51DD30CFD2C7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52BF1A67-6DD0-C030-5790-29244656F488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35EB0EB5-7781-4C41-6DBD-D33938EE614B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DBB1E815-854E-E141-602D-2575AD7CE871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CB2B9B47-FAB7-E7A6-CDF7-AB614577C8D0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00569FD3-9E94-AC07-3CF4-6C0064080D73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71104D69-6AD6-B679-E561-C61D61E1D33C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F3C7E13-50F9-C96D-37D8-960A78AA2548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0B2B7ECD-756B-B786-DCB0-799E43A620D9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B6BB8D2F-83D9-A48B-FF96-4A8F5C4E5D6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BDC86A03-AD86-09DD-B0E2-8D49BD538251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5E589844-7034-D7BA-ED88-7A2F7D6CBA68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26EB1E47-314A-851F-65C9-BEB12794A46C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2C745737-BCCA-32C0-D327-2382A4374E8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A63E1C96-46FA-1CE2-F7B0-6247DEE0D646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9591766D-6CCE-327E-EFAD-2278A78ADAB6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132FF08D-5DB9-CFBA-5AAF-E0549AF1100D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E5253D65-7E2A-1C19-5655-BEDBFC2AE036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AB61F0E7-4A96-A341-0235-EEFDF53E0CC6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B64DA72A-9323-C8AD-C3C1-592AF6BD2896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589A752C-F34C-894A-8BEC-8B23CDF1804E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84EE967C-D3B7-408B-370F-581870BF9DD7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D19FD964-10C3-F893-5729-08BD73518789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DA619B74-0CC0-7C03-699A-9673F08A2EC2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88D06337-798E-AD54-E151-4FB4A7C511FD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5A4048DF-27C6-BBDC-E43F-C2D46959FA85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A81A38DF-DF32-17DC-BBCA-16DBE411970D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D59616F1-0D71-49DA-B49E-1D137C1CDC05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B6190A00-CD87-37BD-910B-06A618C631A5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C74073A5-D23C-079D-0D9A-654DBBA5E419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C7571E0A-9BD3-2ACC-D722-FC25BCC3755D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C19713F-4BB7-BAE0-DEF3-2264BC22C866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E7B1E33C-B73E-5268-8850-D28799BE8E86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3BDFDCF-F63D-D467-025A-51AD12B2B814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BB4586E1-571F-EED7-7F72-6058066F54E5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654DB942-E740-842F-F092-0598213C4850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81BE9517-C192-8227-B19C-C8C1DD8BD17D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D04C507-0858-2386-F784-60D5E96933E8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1EB86E8C-87AD-03A3-A6FC-A3F2959BF8D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81289BAA-DF74-F483-C2A0-C4271FA11A90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429058DC-A1ED-0C2D-A914-9016E5AD535E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BDE03E2-BFA1-0D69-1CA9-68CB532134F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108FB573-90F2-58DD-DC09-A0EDE7BC51C4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1AA4DB6B-BE94-E07C-217C-232868E56A88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28A766B-5551-D36C-B46A-EFFF0227101C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D2F6BD18-D0A0-F62B-EC79-D762EE2B3E41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5CE508C3-064D-CAB2-CD04-1791016CD71B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51805917-37A3-B1BD-CA3A-AC787151FD6D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EF6BA58E-936F-3454-DF39-DDC1B3CEEEB2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13D4047B-09A0-D72C-B76B-A9235C0A91DF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7460CDA-E14D-468E-890A-6A87D69871E2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C00461F-9A25-A723-F291-25DA18B4F0FF}"/>
              </a:ext>
            </a:extLst>
          </p:cNvPr>
          <p:cNvSpPr/>
          <p:nvPr/>
        </p:nvSpPr>
        <p:spPr>
          <a:xfrm>
            <a:off x="1173494" y="575793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32619C63-F13F-8E4F-3CFF-4836D35F2A2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345" y="2094599"/>
            <a:ext cx="3031649" cy="27940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672393" y="2094599"/>
            <a:ext cx="3117936" cy="27940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110442" y="2094598"/>
            <a:ext cx="3031649" cy="279399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422847" y="1046480"/>
            <a:ext cx="93461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320"/>
              </a:lnSpc>
            </a:pP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618556" y="2500999"/>
            <a:ext cx="226322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320"/>
              </a:lnSpc>
            </a:pPr>
            <a:r>
              <a:rPr lang="en-US" sz="4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640745" y="3516999"/>
            <a:ext cx="22188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Brain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18556" y="4248520"/>
            <a:ext cx="2263225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specialized agents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56605" y="2683879"/>
            <a:ext cx="226322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320"/>
              </a:lnSpc>
            </a:pPr>
            <a:r>
              <a:rPr lang="en-US" sz="4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5056605" y="3699879"/>
            <a:ext cx="2263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Memory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056605" y="4065639"/>
            <a:ext cx="2263225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persistent system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94653" y="2683879"/>
            <a:ext cx="2263225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320"/>
              </a:lnSpc>
            </a:pPr>
            <a:r>
              <a:rPr lang="en-US" sz="4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8494653" y="3699879"/>
            <a:ext cx="2263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Voice-First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494653" y="4065639"/>
            <a:ext cx="2263225" cy="2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interaction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1409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5501B6B-EC77-47C1-BED3-6FC1C9A01967}"/>
              </a:ext>
            </a:extLst>
          </p:cNvPr>
          <p:cNvSpPr/>
          <p:nvPr/>
        </p:nvSpPr>
        <p:spPr>
          <a:xfrm>
            <a:off x="1173494" y="575793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BE52D8CC-CA3B-4091-AAC5-54FFACAA753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E102B6-8441-F08C-6085-153AB402949D}"/>
              </a:ext>
            </a:extLst>
          </p:cNvPr>
          <p:cNvSpPr txBox="1"/>
          <p:nvPr/>
        </p:nvSpPr>
        <p:spPr>
          <a:xfrm>
            <a:off x="1173494" y="1225578"/>
            <a:ext cx="105080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Architecture (The "Brain")	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relying on a single monolithic chatbot,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Mate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adopts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AI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each agent is optimized for a specific aspect of a student’s learning life: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Load Balancer: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Detects when a student is overwhelmed and suggests prioritizing tasks or taking breaks, rather than just adding more to the to-do list.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Switch Agent: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Adapts the teaching style based on the student's preference (e.g., explaining a complex topic like a "Friend," "Teacher," or "Interviewer").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Pattern Analyzer: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Proactively identifies recurring mistakes (e.g., "You always struggle with Calculus 3 days before the exam") and suggests corrective actions before failure occurs.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Gap Detector: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Identifies specific missing pieces of knowledge that are blocking understanding, rather than re-explaining the entire topic.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Voice-First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seamless Speech-to-Text and Text-to-Speech interaction.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for hands-free learning, making it accessible and reducing screen fatigue. Students can converse naturally, just as they would with a human study partner.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44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80FA-BBE2-F2F3-63A8-FAC0F935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86618E9A-C428-49CC-7C73-3182B6C3FC66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D785FA3-0020-9CF8-E7C8-2A56FD7FFC72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A072F8E-44A7-CAA8-DF0E-41201DB1E7A1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A6300A1-1A28-CCAB-7308-0C2FEC820E0E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7F54CCB-EE35-0662-62BA-601B8F219CAB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DAA8903-8C7E-C7EC-7E55-AC5AA353EB4C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ECE5A67-A712-90BD-2F3D-A6E8E51E8D65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BAAAEB64-E981-B333-E2DB-FC91E74CB41B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F198AE1-3296-784E-B67B-4A409497E939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87FFCFDE-B6DE-1E8A-F935-B2C26BBE754F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44CA83C-F3F9-0963-86E3-23C41A5C17B7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9104B0CD-12F7-7F43-F75B-1A5F084C87D9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F0F7271-5929-F030-19EB-C8EFA175CB32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78732D4-7DD9-153A-A31E-198C7AFDC28F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3F65F59-A12E-B8CF-F48A-85F12DFD883F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28EEF89-3747-3DFB-E511-2AD554C31AF1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CDE2DA2-3A50-EFA3-7410-5828C5296E00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7C60018-F66A-8F05-2F33-C969452330D3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EF4B717-CC6D-C2AD-1BD2-6E81632692EF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C8EB412-22E1-3B80-51FF-8BE3EFA2F20A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E26B15E-5320-781F-2E01-1E15850824F6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0E59842-88E3-8DC6-EC88-B91A4669A0FF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BF18343-0F6D-D729-F06B-74FC3600D61D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7A27049-CF9D-A64F-B0D3-D6FF49932897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79A4E68C-DE81-0486-6C9E-4A94D38F11A6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5B840D2-C24C-1833-3F77-D2CC3F3DE7F1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C9FE3DC-8CA8-519A-782C-26149CBC5C9F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008E179-560D-73AF-9029-74DF31FB6D2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223B3CC4-8C11-23A4-126F-6FF61A9626E9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3A74EDD0-5D52-C87A-9BAF-A3C1B353B895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AF2D87A-7318-E156-25F2-7C11DFD8EAFF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561A877-442C-CF73-22FD-C83389644970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4A6F22C-700C-4CDC-8FD7-16B23410C22D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E307E2EF-89D0-8EA3-7FB3-DFBC5D86F3C2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9810AFA7-5BAF-897E-92F9-4B1B062C59D6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E0695E47-D44A-5792-1B79-2904B5137663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1EE20E15-6F61-2D15-9BB8-EA4C26215782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4192890C-6F89-1FB3-4C06-13229DE406AB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3B68663A-780C-7674-9B40-F442C25163C8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D655975A-E72B-EF54-4D88-C01530899E1F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59B8A9B-02B6-B2D5-E1F3-9DCD70479F4F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2AABC35-A4A2-C749-C12F-3DC0BFD1FD77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5A180FFC-C8FE-4D49-6694-6F7F39DECEDB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B70C9498-EF03-4FE3-25D9-5710E7DC2767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A3F4E5F-B951-BEA9-F655-6A1FC6361028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39B9E16C-AA31-E848-7248-754032C9F40C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5DBA1D7-97BD-AFF8-B7FE-3912287495C0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B7AD6B2-0275-A619-76D1-3B364FCD181A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57FF15E5-7044-40FD-EA72-6E994CBFDBC1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74F5A92E-046F-6046-48C8-A1031ECC826A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CF06D7B-2AB0-C57E-D515-F3D3683C5C66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9F521669-6FBD-BE3D-B1F9-245F32452858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3E73DF9F-B165-4DC0-2697-045E758A1CB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DA6507C4-8D71-8D8D-22AE-D5338D0C5768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763E0F7-71C1-01D6-A646-7B0A2B02CB3A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30DDDE6B-B541-4288-8D71-1E4DD9312EF5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9FDA326-CBF7-B3B4-E16B-8F3B7975409C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7D0C179C-AFF1-7014-2B78-08D65108F5A4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0C86A36-2EA2-1C08-E29F-9222D506D766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1F978D2B-B3F4-BF0F-3D54-6AA4FB646914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6ECFE2A6-8A5B-F6AF-656E-52379F6D4B95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51CBE00F-990C-A376-4AD9-89866AA5C9A0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7C9CFEFB-7063-EC4D-45B5-DF029000FCE3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EA5C452E-091E-442D-1FAB-0379AE87BD01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2767EDE5-A822-F6B3-4395-B6FFD3BEE0A5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CC265AE8-1686-C9F2-CF75-B9728AC28FB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9B814B2F-42FC-E93C-23A6-EA8F67850B89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9569A2B-413D-69EC-4AE1-30891149EE7B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148959B-DA1F-FAF2-BCB4-EDF678B3FD32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0C56B7A6-6F0B-1A18-C3BF-002143F6222A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E1EA7239-0C44-687F-E6D1-B8813002B5EB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9337C41D-B674-417A-53CE-2CC45E70F260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2B4005EF-CD0B-C0F0-B7E3-AD0901030A54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D86AC78C-68C4-3C44-1BB8-85AE3AC46860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33AD4979-4606-256F-98F7-2B9E1621A751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2B16898B-CE06-E477-A7EE-7F062A2EE92C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14950B0-447B-E4B6-79FF-1F084D25166A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39AE9D4F-D70B-E48C-F3C8-42C50326568E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6D779581-735B-D6E3-7237-B14E7A4BCA04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5A3F6008-427D-C37E-C24A-91A36F0F39B1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BC1C777D-7048-4767-6223-CC899B1411BE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B97EF1B2-7D5E-4020-438C-C3E641069CE7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F5F788D8-CD88-8641-FC8B-9615847DB5E9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C03CEF7-1A09-4C6B-35A0-BD347CB1D0D6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8A6DEB3-F5B5-1680-23BF-054E3A2CC59C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FC5AA24-75B3-D04D-9182-9C5DA2507249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D456EE85-2FF3-6C96-6921-E93A65B2187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4604A7EE-84C1-C8E5-7CAE-4684DF130D70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6EFD29D1-E9B4-0CE5-3E5E-A644A520F15D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579B7DA-23F9-3B6D-ACB9-898508C04AB0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1647CA31-28AF-62B0-1138-10799D7535F1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F997B486-873C-FBD5-8E1D-9C51028C18E5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BC00A39D-7F70-0901-9E8D-62427727351B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1AE89EA-3339-234E-2572-DE8589DC0361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32D4EF2D-6A29-77FB-9CD9-71FE64FC1BCA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B85688EB-4334-97BF-D403-C085B66534CD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6D2F6C6-78B1-97A0-65C2-62A18E56E78B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429B6C82-C07C-921F-B1DA-B7FF122DF7D7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37C91401-97A2-C10A-F2E7-B95586570413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1ABFCE1C-BC8E-7C12-595A-6BDBEFA19AF7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55F467BE-A775-06B5-AFE7-BB57EF9004E9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3CB7EEA8-4121-AD88-851F-BCA77A325671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DC95B53-E60B-C9F8-F2EA-EC17154D404A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E41AB879-676D-B32E-75BF-5DB54095CB82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9DD8C3D5-880E-74BD-5E0E-B66AE172E456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775D2829-9A28-8D3C-0AB2-7D19B8910E00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64886EEF-16C1-E961-95BD-98785F0A816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637ECC54-3242-2850-AA4E-E0D50D0C8D1D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06D196BE-053F-29BC-A9D9-EABB0E16A65B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654D8129-A6FE-6EE9-4E2C-E170471C528D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A29C6C87-16CE-1432-A777-81E42E3C8CFC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B3F469AB-55F5-7541-9541-74CF9EC6B957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1ABA9B2A-F0E8-60CD-D128-918A4D7C9C1A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CE5488A7-552C-AF0D-6424-034698E67EAF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CDB166C9-A58D-BEE4-03A2-E31DE8172480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0A1247D2-EB72-4AFF-541C-1632F3C035B1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48A81372-22A4-932B-2682-D837A6C5056A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3F2DEE42-88D3-3D4C-D9EE-9D4C1108BAAB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CEA9D305-A966-4E33-32B6-51FCED5174D1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0DD1C067-5CE7-95E9-8A3D-C3799274E3A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9DF91C36-53EA-D826-8264-F0C7A34395B0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11C04AD0-3B97-688C-74AE-CB887182DD1C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4E9DB5E-839B-14F5-D3D2-C093AA73C04B}"/>
              </a:ext>
            </a:extLst>
          </p:cNvPr>
          <p:cNvSpPr/>
          <p:nvPr/>
        </p:nvSpPr>
        <p:spPr>
          <a:xfrm>
            <a:off x="1173494" y="575793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54B4D0C8-BEC5-E6F2-DCC7-323EABC9B79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67A934-6E19-1697-7B25-E9DA222F0DB0}"/>
              </a:ext>
            </a:extLst>
          </p:cNvPr>
          <p:cNvSpPr txBox="1"/>
          <p:nvPr/>
        </p:nvSpPr>
        <p:spPr>
          <a:xfrm>
            <a:off x="1173494" y="1225578"/>
            <a:ext cx="1050808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Long-Term Context &amp; Memory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general chatbots that lose context after a session, Student Mate AI maintains a persistent memory of the student's academic history, goals, and past interactions.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for continuous personalization (e.g., "Remember you found this topic hard last week? Let's review it.").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Holistic "Learning Life Flow" (LLF)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goes beyond just academics. It integrates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handle exam stress and anxiety, ensuring the student's mental well-being is prioritized alongside their grades.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System:-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Hyper-Personalization: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Adapts to the user's learning style, pace, and emotional state.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Assistance: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Warns students about potential pitfalls (burnout, failure patterns) before they happen.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Platform: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Combines the functions of a tutor, counselor, planner, and friend into a single interface.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Voice interaction makes education more inclusive and engaging.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39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964D-3856-9006-9914-B0183A1FA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0AACEB1-EB23-CD39-B881-D9F23D2A9FAC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D0B0AEB-1DAD-23E8-CEB3-CA8BC45FAC65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FDB0B8A-26A8-7AA8-8B32-8DF860EEA4EA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A176AF9-B893-6FA4-16A7-09E94BB18AB4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D35E724-1FA8-F870-4687-B0A7A590E590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48201B9-7BCE-D2E4-7DB4-DBE4F4540476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F3E1118-5C3B-ED89-27CA-685D704744A0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199CDE91-6D81-927C-6B20-8ACE6B2D1953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FB5BE9E-C1A5-39D7-00C2-E3A41504264A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805C092-3A65-4FB6-894B-6A0BF77E6F7B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0C13941-B48D-11A8-CE31-C4544DD30C0D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82CA067-E75D-E431-FF73-C698F05F25D3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A5B4C7E-122D-A50C-57F4-26B1CB6215AF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54C22D2C-06EC-9B96-95C5-3D154AFD3A6A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0BD7360-0418-5176-4CBA-E8D2392971D3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BEEE29D-863E-3B42-B65F-C542BCDB1778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EA6AE66B-333F-DFE6-0140-D0B4B5FC2D45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D760DC7-47C8-2438-F85D-E92A9E746DD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8BC1674-8863-BD2D-7426-1ED804152BD1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C48F9BEF-7F56-BC32-EEAB-D2BF435C3E05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FC90EBF-B6E4-6FCA-C9E2-28CB72DB5B6A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A012C0A-C54B-2A2E-9DA0-FB2636BCC3C7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3BEB8E4D-E00D-51FE-0032-6D2C98FADCF0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8984332-1799-60A6-6724-E27C92643002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9906E9F-E77C-738B-831A-A0C27A1D2FA3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5AB75E3-B83C-45BA-F168-5FD6BAE857B4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5AE04CF5-AF44-321A-A5D9-9DBC803608BB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CCAF5759-E181-4488-0EF0-B4474C3B38E9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03A62E2-3134-3E54-3588-997891070274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E82ED46-1F38-72A4-7578-E31811BD451F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3CC6348E-FD9A-6D96-AC23-6FFE54FDED3C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DF5E1CD4-5D02-9EDC-4B86-E85EB7D980F3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BE2F78B-8C4B-6335-0EB6-63111B21E339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7303A47-2B9B-FCA0-4927-C81F6B030D55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D16855A6-AAA2-B68F-92E3-6B7D83A59002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A5FC5D9-268A-9371-5E16-A251383B5D25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B7BB6685-0781-31AF-824B-179BDEA42876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4A717CDF-C107-B350-1734-1E83184D6C9A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F1E035E-9C17-6482-1B8D-83E6A119C025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FC45D90-E40A-909F-077B-21A089977109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6D25EE15-26D4-D6EB-C69B-E8057012C0A0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681B31A-D70B-BDC4-99CF-57D725FA7A0F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14374AF1-9BCA-B255-3DF0-F4E1ADF38A56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632C1760-EFB0-F253-EBAB-3F0DE459B500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020F6D0D-88C8-7356-523C-97D6AE3E8FC2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C15E707-C087-32C4-1E7A-E32E579ABC0F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E9AAE901-72BF-A700-48DF-0B3177FFFC16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145662F0-E04D-673C-910D-46D0F77BEFE7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5674308-13EB-9CF7-F566-F5FC406A4CFF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20030AF-14ED-DB78-E246-92244062DB6C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469587D-AF8B-F56F-7AE4-4CC6781972C6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BAC2A716-EA8D-6A4E-0ADF-32454626EC23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8D09391-E6EE-CECE-7764-EF1A98615AF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84556F4-639B-C9BA-F23A-6EC87C01B273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27FAECFB-48CE-9E59-8605-50D735CCBBF4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7D56B8F7-693A-5E09-C3D5-685676E3B396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D20A9C1-9D52-DFF1-94DC-6B1F4A18E7A3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0851AE8E-BDE8-6D81-64BA-819C2884745F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DE1F612-BE94-B9D9-4659-A305629749B2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FB3B26F2-C491-2F5A-49AD-CBE9596D72F9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A3B45B59-1377-E44E-64B5-93ABC282552E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4343EBE-AFB9-3398-49FA-B8653B026A7D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E0E7A72-F046-02E8-4938-1F933F6CF374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1C52E980-EDC9-3CE4-CE41-9309EAA348D3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A9DE788D-A1E3-3D4F-F6B4-D50AD48F5172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87113BFA-0BE2-9F18-E2EE-7B954BBE3A5D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11E59668-B8EF-FFA7-F498-3863646FA9E9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F973A6AB-56B0-A98A-EB1E-1060AF0B3317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B87FE744-2E49-8614-FDD1-48864B43D20D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29BF5928-1064-F81B-B448-062E5C389647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14785D76-A2C1-CDFB-3FDE-CE7A433EA65C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1A6E44FA-0E03-5A0A-2B66-A7BFCFEC2A40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9E07AFA2-9499-4556-3CB4-B5197FD65C2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7926EBA4-3DB0-556F-60E2-27ADED3BDEE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DDAF8F9A-2FC2-B8AB-CE33-34D85EC75266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7CA325F-5BC5-F819-964A-AEC56ABE272E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9AC54718-A695-17F4-7DC5-E4E44C4B3DAE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D0117954-4A24-8833-2EDA-416B795D4A00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69CBF097-8260-E7FA-B0DC-E6562366BBC3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E31C9C02-3A52-F427-00BE-A4FB93054501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22C48725-E8A0-24A4-AE14-1B8EAD60CFBA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E8D8F596-8B95-970F-E0CD-00604C0ED8DA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9F3F7CED-0D27-1B7B-ABD3-9F598636341F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E5218BC-EE7D-24B1-8120-B4869292833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1D6DC67C-1628-B5D7-017C-24675EBD11AB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C76875AD-25B2-A542-5B01-88AA74274CBD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918CA459-7009-0C19-9E3C-7EB2958D0C50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BC0E006E-6D51-72B2-159D-32742B35E79D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739BFA8-4849-3D51-546F-167715CB2CC5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379D51E-B0CD-DCDE-727E-8340609A6EF8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1D553E9B-B31F-6495-92C5-279C4D504038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516829C4-9A53-D32F-F34E-F919D3A04B0A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236BA74A-0BDD-3DE3-B9AA-D4002C39B7C1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E7843CE2-24EB-25BE-8651-8F22945DDCB6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E22FF5C-DA3D-431D-64FD-7F9FAF0D7BC3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304E15F4-F15F-2450-9085-9CCAAA818B5B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D5E40E4A-4DD4-9B6A-5827-63BDDDEF4034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59C8226A-FF4A-2109-724D-D3E09C060565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FA1A3836-68B3-7587-3EEC-C2AD17566F35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A82650E3-7008-E093-BB5F-5BC290EA7DC6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9AFDA192-9ED2-2D41-51D2-01625305811F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DCEB82B1-FAAE-3289-C056-F6F09CDFC499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36329F40-E1AB-EE3C-CE6E-F9DDD2012C55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9B39C3B2-523A-EC02-F9F5-92D9DEC96255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43898701-0F6F-BE5E-1CB3-5A8996D14C78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D71C3670-3BF5-A65E-BF7D-6A2EC72732B6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8488452C-B160-06C6-3659-AF909A600EAC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569B571C-C704-302F-16C5-F60E0F380ADC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4C6AEF6C-F602-1B28-80F3-E3AB8778A253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071FFB01-19B1-0D24-5087-587A725DDF76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E3F0BFB9-6BA1-52C3-0984-8C5CD18062F6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4E83A2CF-07A5-9A34-0BAB-4EF4525E79FF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00A5FD4B-AAC7-48A0-4E81-6C9ED0FD96FB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EDEEC3AC-6BF5-9529-5027-E64F605AC2AF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87AD49ED-65FD-7386-FD11-857361A32253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8FFB3599-E664-C105-4CB9-42BE916BE181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EFB2C516-683F-96BA-555A-D266204B3C13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C03E7C48-1C48-B930-6A18-44A09CE27A43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F8FFD018-AAE5-38C1-D566-ED993A8307F8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08F9CE66-06EF-1EBC-C864-8D883F3BFBE4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FF225F3D-4CA3-D7AF-483D-9766428805D4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9E721D6-4B9E-F10C-47E0-E5ACE9E4952F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D0826DA-F289-0C89-FB8F-B614C9D0DF39}"/>
              </a:ext>
            </a:extLst>
          </p:cNvPr>
          <p:cNvSpPr/>
          <p:nvPr/>
        </p:nvSpPr>
        <p:spPr>
          <a:xfrm>
            <a:off x="-4905" y="226938"/>
            <a:ext cx="12137529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EEFC212F-21AD-FB0C-CE87-23A9E163758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D0667E-E71A-6B8D-F4B6-E98320DE8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" y="759728"/>
            <a:ext cx="12077700" cy="495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9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D7E0-BEEC-8201-D334-2A2014105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E27C15CD-5F56-5348-D59B-613AF522FB2A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DFAE451-A59D-C7B1-124E-AE6DC529D2A1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1EB40F3-41FB-5B47-150A-FA0A355BD6F6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762B804-D9D0-CBD2-6DDE-6233FC47703A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8E095AF-1ACD-6C0F-326A-6D4F094618E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A015527-3C9B-AEE2-A287-BE945AC8F292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4C9BE2BD-D257-6335-7497-37248A244D8B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90DFF8E-AD9B-7B6C-8FA7-AEDF2E8EDF38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2FFC6378-A3DD-B3DB-5D4B-B1B5BE95F111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84602032-97EE-458C-06FB-A88F1E4515F6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2B04020-E0A0-4C2E-1D4A-66D604954663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49E2AA0-C050-7795-C318-3F1CDD5703CA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1338BF6A-311C-A80E-D0D5-11B1E029DD1E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34872FB-3FEF-2087-636F-BE9ED95DB667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0A13C00-0179-767A-B429-C1B5E3D798A3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5C929F7-D754-D47C-6AD7-331196B29B39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1746240-C57C-76E8-B6B5-95DC9B0B19FB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8049530-BF54-2113-3BEB-B3DFCD93D709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AA61205-F462-BC65-000E-6016DA1D10DC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D4D35AF-95BD-1440-5929-5D896210EB18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B0B3406-84C0-E581-BE1F-254726A6651F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DE4EADC-FAD7-1687-0AE5-05C905FF92F7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F870171F-091A-84EE-4B94-6012562E1524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181A705-6DB9-7590-C434-71DBF61478A8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EDE03C9D-2DE6-6894-9B80-ECF81824043E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36E8D038-D47E-87F4-E126-ECB868A1D4E7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B9BA492C-A354-7134-1E17-F6B9CE02336F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7898B471-0F13-7C87-C7E2-31923A1854CE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60544488-B4F2-E1F5-D494-D369AC008019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9273526-D5A9-DB07-2307-ECAD36CC28E2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5F47095-0E7F-0412-341F-AB7EB9A88E36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4CBAB3BC-F8E3-D3A9-35A5-E391151CB9AF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DF132E4-29EF-7424-488F-34B9E8D11561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2757A46E-5F9D-BE74-D17B-16B528836C0A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7C7F223-A8CB-04D5-6E1A-385E7E6BBC21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35060D20-8A50-1644-FB33-3CC6A8D26CBF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E8173341-63A9-675A-D7B8-59E6A3AAB20C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C4E7C476-C241-22DE-DAF1-E82447E63C3C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76C5501E-4911-180F-758D-BA00A27C49A8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F38CEE2C-2716-768C-27E8-5E3E55F5E6ED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25A8DFE4-F7AA-21E8-A215-58FC7D486BA3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6FEC99E1-2EC7-4B01-934A-862CA9B1B470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99046287-A21B-AA38-D01C-A6D76DBBC19C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9151BF9-11B4-D96A-2052-094904A5E2B8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80E1FC1B-E4EE-E486-862F-33BE4AB987B6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BB8B1129-6A02-9242-9C48-FE80C55AFC1B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76C6C55D-501C-A495-0DC3-3519836C58EF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54AE2ABE-5C4D-0123-C1DB-8F7AE2C40069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2643440A-5AE0-0EC3-B168-C4A472A03D93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D90CCE4-065A-38E3-8A5C-A0A3CE8E9FC5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547D26CA-4D78-7C89-FDA0-1161270BA133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916E842F-E899-5155-F2DF-4C03D1DC9C5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894ADE4F-9BD2-A63A-338E-2A8A07B8B699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763E5221-F25D-CD50-E8AD-D97F4B37BD07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348E4204-52DC-27E8-4925-8B892E29469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53BF0BAE-CA2F-A04A-2FEF-745983B64FFB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9875962C-2BE5-D2E7-94FB-1A4A435AEFC0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DF13B7B-EB8C-DDA2-E462-BAE2347AE32B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566AABDD-9AEB-5CE8-1CE6-6A1E6DCE1AA6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B9270046-D113-BC4B-164C-BA356CB5B071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BE1C5DC4-D6BF-FB0A-770F-44ED8E421E7A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3EE34337-43FF-7770-066D-51FBA16CC38D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6BB246C-DED8-2BF1-AFB3-C5BD1677128B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A4F65982-7CF0-CFEC-B904-8D1FFD802502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7B913897-DF0B-5A72-2AC0-F092FFA19D6A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9FABD2C-71A4-9538-F485-A78F8100C559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B4AF7307-238E-CA74-040B-C32F2695B6A3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552E949F-A2AE-5A3A-A7F7-819A94B4CF3C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EFB84D85-D2B6-A011-D559-9DADB39A4309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F795B2D-1112-D84A-9DB2-40E3D65D4C10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BC09A3E-3B05-A2A8-7561-D4D470F6DC54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040195F-8C4C-B998-53B5-B96616358BE8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66247ABD-F55D-4F5A-293D-7A1B72B70195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B370B305-46D0-01BD-1486-6F1B56171AA6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FDE8C375-AA6C-6039-76FF-744F04E18650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480C38B5-1C65-C947-796D-894AC0EBA96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FCB18651-B4BF-0EDF-9501-EF9E301E78E8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FDE545A9-FE0A-5EFA-F2A4-DBA1BAC579A6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075CD150-A5B1-F1D5-17C0-DD1044F7461B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C1BE4AD0-DEDD-AA9D-A976-B206A93B282A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959E68A-54B5-AE13-E7E4-79BF639B45D6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01CEE525-71E7-AB0C-0AB1-A9DED9636BD0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6836B232-11B4-4DE8-49ED-3844177B5D02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806FDF4A-60C9-5BF3-FC8D-342AB00D9B8B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AEFFDD44-8E03-F2C9-EE58-C3F1B2D2BBB8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8C4EF421-65CE-9778-F642-2E779E41226B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AF6C2E9D-7A9C-E68B-832A-84F27DF7D8C5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5DFA9BD0-986A-2C4B-FED3-F11BBBED168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D49D6417-1192-64C1-9DCA-743929C29EB5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6598DC8B-220D-5ADA-16ED-DAE9FA555B01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EAE77A2A-6FF2-415E-D154-2D452688804E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D2323D66-050C-B854-A4DD-21E68372760E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B3E190E4-10A6-4136-61D5-837497DC343B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1BD73B09-424A-8534-B610-EFA773DB3881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D459E2EE-441B-69AE-018B-37B9F232C1C9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5D63ED15-5D88-1CA8-93E6-106AC3F06554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93C9E2F-0474-60F1-3FC6-28543EC138CD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16562257-8866-5A5C-5B49-2678BC6E79D0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47C74A6A-7933-38AB-95CF-408D9FE96E45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F7D5A3F0-55C3-866F-9E44-80D19B11BA95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B27AF7AF-828C-AAE3-B953-259DB5B2CC0E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0A634B02-F6A4-D950-9352-B081D5680B5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FDF96DA-AE4B-42D6-8F75-2353A6D5A6EC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F06DBA08-BD20-AA20-0F3A-B1704C80A8B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6B501EB6-7710-A14B-8B18-B2EDDCE62B9E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09B783D1-C724-7E09-1EA2-96DDBE6D625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F9C3EAB8-B116-6D7E-5001-FEAE4F4D4707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B262FFB9-179E-380D-B04E-9390D947F61F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9E0CF73B-6300-2EA0-46EC-E41CBEF9D7E3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2228DB01-FD6B-B719-66A0-B0C5693C6A69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CF338C9D-25AC-1C9B-619B-8A9E02A95C5E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6F22669-A831-5BC9-19C5-86B6065A1467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01703433-470B-F128-91A8-FD059958137C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43ED4CD7-F21D-3BFF-92A3-869A7C11E232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9AD516E7-74B4-6E49-FB0A-F77AEC6EA880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7A1BCFA4-537F-1090-02C0-C5F813DD7A3A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1EA6C11F-68D2-2DB5-5BC5-8390DEAEDD1D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F365E186-5497-8210-6291-6F78DC6E0CFB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EA9B2573-7353-20D7-0280-CDB46180E66A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2F025A15-CFEB-7E75-8943-F606411E9DDB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CB6E23E-84CE-711F-8685-FB8A08853F58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58B68B9E-4298-73F6-1F17-917B61C07F99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2E3ADF4-5450-999E-9551-AA858A88C20D}"/>
              </a:ext>
            </a:extLst>
          </p:cNvPr>
          <p:cNvSpPr/>
          <p:nvPr/>
        </p:nvSpPr>
        <p:spPr>
          <a:xfrm>
            <a:off x="1173494" y="232615"/>
            <a:ext cx="951754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LLM Architecture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E09DA69B-FDD2-AA22-8D20-9F53E1348E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2CDAAF-640D-F9EF-2242-C5D3A4DB4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" y="723095"/>
            <a:ext cx="11300227" cy="507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03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7841-E64D-AF0B-3405-3FCDE95DC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6043728-AEDA-D409-D226-0B301FAEAAF3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67A9A1B-46EC-DC11-3DCC-8C2D203D7F76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BD40EFB-6B60-3664-D10F-78361931C3EB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3ECB7E0-6035-D11C-AC19-D293FBAD4538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DA32733-F734-9701-C24A-ACE8CF8043A3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5A3B352-F7CF-331B-7419-FE90087F894F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64860D1-3D40-E97C-4703-34833693C86E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89564DDD-DACE-27C2-D6EA-967D2CE55C2F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3394A70-5F72-E82C-1DD1-8FE65CCB6741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7809431-3D7E-D8A4-1AE0-AD4417BA1105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417195F-01EB-C5CF-FE4F-FA4E8E3C15EF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E95F412-DA0C-2DC1-E1EE-528EB6DAD184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8751CB5-632C-D50D-5CEF-FC99EE8C9145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F38252BE-FE78-8AA1-65AA-F6C66C9B1D72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60ADA6CF-773F-81A4-F910-3076176F172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6024E494-0468-47B2-041D-AA115DE4795F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745D1F4-BA09-06B1-4CFA-1BDB8834C660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6BB0D882-B8BD-172E-A9B4-8B0B22BDF1E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70CF7DB-58D1-ADBC-DB21-E62E869569F7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00C7540-C5BD-A07B-BB26-4E446AFD5964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3057AC4-7254-0F32-9324-AF09137394A3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15B70D06-E910-F7B2-D21B-B9B767244317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68A81752-005B-5375-00DD-E94D5256865D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944C6251-7A74-7137-F7B3-46627206F2C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D0A2EA8B-B967-AD51-8A0C-A251E717FB96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EA6594AF-5231-B348-8B22-9AC0D3BEB5E3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D4D4F001-1E8E-A766-EB0C-BAD1F29EF454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8F831CF0-AAAF-BF7A-18B0-BCB7A8F9F63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9E08CD6-2FE6-53AE-37CA-3514C4B1975E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52EF2EBC-A7F5-A9DC-70D8-668C7BBE7FB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FA43230A-3BE0-A5B0-0540-CC1181B3D7A0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3A241E4-6F5F-794E-FE43-3BC5764BA87B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7E27ECE-6CCF-0719-32D3-AD311C0EDE00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56B17784-1864-7218-81D1-6FB96538160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3ECA551-DEAC-297F-CCD5-952BF0A475F9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2DA4B32-1F16-3DD2-6472-DB38E6A9F3C5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B6FB8816-B39D-BDE7-E355-3B812CF23C19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E36C9A2C-0A0B-65BC-6A65-534591F39424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2CCAA484-B665-92B6-2703-BA00B590083F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A469C71F-94C8-72FF-CA97-3EB13627120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18E9E9F-6A90-465C-3564-B380BCD4035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563C87BD-3E64-61B9-0F2C-76F8E5D376F0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926AE769-C924-2E4A-5ABF-FC547583E445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BEB16B0-5AE4-D883-8913-2B18D093B118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5AEE10C0-E66A-D7F1-A8AE-815F9109CEF5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5F2AD707-BFBB-4FD5-7B27-F362910FDFD3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32A9F514-9424-BA7F-C827-93393241F331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107C6EEA-2F1F-35D3-77B1-F684F66F84B6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EF3D56E-1AEC-84D9-54FB-1FEAA16CE276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5694E62-1292-EFC8-17B3-8470EAE2B31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788C390D-4801-FBD0-FDB3-87E24995FB26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C84473B-B822-2E23-5BC7-CF506A66E137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880163C5-6E71-A974-DD13-6F02FA1DF108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CD810676-1ADC-0634-3499-121F220427CE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1DDCA143-DC38-45A3-4367-3FE769494A54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884EEF-4981-B50D-F28C-D6E3CE11BE09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A8783E8-843D-5DA4-2D18-93875AA7D951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CE0AE4DC-125C-CD92-0776-BE29E4CFF262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E54F13B7-84B4-7B1A-975E-BCA5103E4C7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380DFC5-8CCD-22A0-A560-189DD1BA7EC4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A212F79-B1D3-3BDC-44ED-694B41C711D2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804400A0-8166-F7E4-7F6B-D0CE9C535DE5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73A901CD-62EA-E4E6-2847-FEED743FBE23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17436886-4580-0CB8-0EB7-A42D707A7E9F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68C657D2-C563-8C1A-D32B-754488E03E92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B94E3E3B-B729-045C-9AD5-1A4ABBB0F1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0DE5FD22-B270-E844-46D3-FB187008EB77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B3EA9BC1-EDC1-738F-5AE1-F37C69DFFDB6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96806770-1692-C1EB-4253-38AEC700707E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2DD07BE-5DE0-E088-6A92-B6E466648D18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CB172E9E-80A2-F73E-EF88-FD68DCBA81C8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4F5B267D-9380-BADE-A4BB-C70B14EEF248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42CD1AF8-CFEB-1112-8742-C861F897A39E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4977A466-0BA9-A574-217A-BC1D8EEA6C67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D0E19702-7FD4-D0B0-774D-2E145F6674F1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687F7CCE-1E0B-3EB2-8AF3-492DCD6FE8BF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2167B616-F4F5-51EE-733F-0699AE62B49C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9ADD9D40-2185-5362-BE77-80FFC4D2EF1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56677CA5-DB1C-E5FD-6723-BCB5D42F3F01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288DEA5-AC58-5535-C15A-69C51F2EA571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F44103F5-B7B1-8148-53B4-A0D28038A942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2F0655-6AF2-3EBD-5A8E-071903AB58B0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A63E38A6-0682-98DF-0062-A2277812788A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3387778E-E49F-390A-4998-6EE018FB37F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91C2026C-955C-F102-ABEE-28B58883AB86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0D407493-97D2-A833-78D4-25DCAA6BA108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7561974-1310-0E7E-0137-E2478F967D1F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CF8C0B82-58AD-ADBD-A667-1C4D95BB0747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A9C11385-9281-8B62-219E-1E31998EA50E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397BDAFC-1434-4894-C758-0ABE312F4606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63EC9EA3-29C2-74D0-52A6-AF862DDA43FE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413BCCB1-140B-AAF4-EFFA-98E3D60D618C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D20C5CB0-A7B3-24C7-1C97-C37ADEFCCFED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5CFCEFEA-13A0-2327-D46C-C894A9218642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DB1D1F58-8BFC-7FF7-06B6-20DA8B93653A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FE1542C5-8118-3D71-CB2D-A48074275225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B150BAAE-CFC6-F189-D22C-74C74BED845F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342750E-1C8C-903D-0E5B-E4186B9353B5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4B5E8074-7166-CB21-1643-FE6202D9BE29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54133751-01B0-89B4-9B99-064D5993789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961F3D80-2B22-23EF-B679-53637B288CE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DD4E23C4-DB81-5F3A-5DC0-60FB0F44214A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5F034A1D-FF00-EC7D-07C6-B72FFA11945F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FC6EFF80-F309-3551-59CD-566C05EF0894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FD163AE7-313E-E322-7F69-2A8134B17581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2FFD64AD-C4FB-CE41-FD6B-2E7832C7F452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304550FB-1094-BDFB-C408-BA681FF9E9EC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E8DABE8E-795C-EB64-24DE-5FF8253A046B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0DA5AE14-CB11-BEA2-0B0C-BEEA2CD79EE0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E215EB04-9E69-EA9F-FB97-3F0D279D131E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852E36BE-0D2C-C378-1DAF-CFD61614218D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362BF6C6-264B-D292-246D-C54BEDEB7913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363A190D-5181-1730-614A-CBF81DDF3BA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84CFCA37-052B-F2DE-2F33-E1E97D4BA150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E46E8D70-30A7-11AB-0F69-E6B91EBF7FBB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6CCB6736-2A83-1126-F5C3-C3EA8AACEECA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DED071ED-3830-3FCB-5641-97690D5F014D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979F12AF-A8E8-FCD4-8637-6DFE4D41E65D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8CF75DFA-5CF0-751F-607F-8C583F53D67D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51CDE8A6-ED0F-C875-60DF-B5290A47BAF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E0EABA01-08D6-6F01-5E66-9BDB3BA3B68C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C891757-49A9-67E9-37A6-050683A1D001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74A0790-F831-F9CB-6622-96DAB7BBB5AC}"/>
              </a:ext>
            </a:extLst>
          </p:cNvPr>
          <p:cNvSpPr/>
          <p:nvPr/>
        </p:nvSpPr>
        <p:spPr>
          <a:xfrm>
            <a:off x="1129832" y="257615"/>
            <a:ext cx="10260170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Multi-Agent Architecture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9B7A00BB-DA92-2871-0285-CFC3BA3956B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F08503-C49C-4122-9E5C-7047D52C5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94" y="839650"/>
            <a:ext cx="11197481" cy="495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6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F1371-8768-7924-0FE7-A2965CDD7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F96548C-1C89-35A5-ABA0-35E84A667923}"/>
              </a:ext>
            </a:extLst>
          </p:cNvPr>
          <p:cNvGrpSpPr/>
          <p:nvPr/>
        </p:nvGrpSpPr>
        <p:grpSpPr>
          <a:xfrm>
            <a:off x="10162735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F4F52FE-C01F-B5E8-92EB-4F619D5C7E78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C68B866-5E32-D341-2592-57208BD14B68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BA844B0B-F229-22A1-55BF-8F445F6F1D9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7B567A0-7AAE-9502-4028-E05E9C0611A6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DBABFA1-7A31-875B-4E9D-11EC71029955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4F5DD662-F7BC-6BAC-4136-9611E976235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C22010A1-9DF2-2F92-4B43-6F954751103B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EF0ECEC-D46B-6650-4F9E-BF1D9E94A8D2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222863B-1776-2E7E-FC3C-FAF6E0FE05DC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1EB4F798-C280-0FFB-718E-D96FEF128E67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95BC0E39-2A9C-F8F8-48B8-5577F96C2A43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B1D97B00-6EA4-55F0-9C08-A09E9311DB1F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0C26451-5F74-E499-4E13-BC46B6A34087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5C07F8A-3C42-1E8C-0C89-E0F6A96A6123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FF86E81-DEE5-9357-FBA4-9A4DAC485B76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A0A5B05-15A7-24CF-EA9D-7036199AC8C3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D69E1C89-3F48-9846-AB9B-D4F692DA90A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55EDC5C7-8CF6-F542-F0A1-8CC350299D12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8863B65-9922-E36B-2ADA-3D3E7A3F8DE2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D401CB68-A071-CBE3-23F0-3B7A72B01DFA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7278BD-D51A-E181-3B2A-7A05670AA206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554A16B0-459F-4003-E04C-BD5BB077EDA9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FB234AAC-694C-106E-12FF-19EEB763999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9A920106-FC05-721A-0EF0-55A4E1AE8291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1FB35AF-5D7A-4ADD-6317-AA89E657D5F4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03F80A62-0836-2BD7-5390-472AF1C00F72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6AF4DA87-0D4B-4F0B-540B-F9B3A101ED88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9B82FA53-042B-2718-6EC0-91C3A474D50C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5F6A3D6A-6502-C9C9-93B2-95821E1612B0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2022EF86-C545-DB9D-A5C7-136CD1E4661B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6A301D76-DBD5-329E-6C4C-6C9948D634FD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A18C46C4-E396-D56A-C952-03720174E2E5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CC05915-4F24-151D-2E27-F3ADE7E1B232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3150A21B-759E-0EA0-FEF1-3A9FA53E9FA9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34D4219-B1D2-6A99-FDFB-243DFE9BBF95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0A324C5F-0C59-1A2C-3AE9-DA3E8087EE16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A11DC27-1307-3A8D-D9C1-931FC5AA9C70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A66E438A-FDD8-8A5A-0176-49E3BA68B29B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AD9CF63F-E879-5C2E-A72C-0E971FBB152D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ECA3585-F744-4D50-6271-7F01769C8511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B12982E8-0DAB-7D44-E3F6-0ACB03BC5482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F639E087-BE0F-61DD-9D1B-A33A8E5F0C08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29BBAAC5-70B4-AD25-4B4B-F2A5C3F6EC3D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4FD34FB3-BC1A-4DB3-0AD4-82D336838E6D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BB240868-C51E-1529-6348-23D4AD4D2D21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4EFC068E-83E5-80E4-533F-9405F44A946A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7695DA27-CCED-872A-FEB1-B52BC4120901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5F2D2AB-4AC9-BEC9-08EA-CDED892252A3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D1114880-A020-249F-2879-ADD58D8C40C0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2E730AEC-60AA-C7CF-4D39-30EDFABC8CD1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FEC2BA02-AA0F-C502-F358-F841D95DC278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459FEEAB-3011-3DFA-D968-EE53667BD0B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2D6BFC6C-F239-6267-95CB-FD0390CFEC74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7C60A994-4074-3ECE-F3DF-844E8E2F2B86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41E5EC0E-6675-3700-ECD8-C185EA64CDC2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10C54F2-3A92-A850-220F-F9A178A7F89C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A36584C6-0137-2177-93B0-69AF351462DC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866B7AD1-EDE7-1B2E-D857-C6B52E58F8EA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CB054686-6B0C-912E-7D3A-1C87D494AC7F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68E00E87-C35C-E0C4-535A-79D1E4B419BA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29EE8519-25A6-238B-FAEC-6B0763A271B5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06EF55EA-CAF3-0DC1-E551-60BD6D3CB48F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022D06A7-174C-59E7-4CBE-02B232299D3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F5D3D8D3-785D-618A-CF31-AC7AF16E64EB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17727985-924E-1D56-E6C1-1153D7117103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1409E4F1-CC02-1A16-DA93-905B405B45C6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C3A1DD8B-AD1C-0A5E-2652-139211D0D49C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880C270-FB9F-F25E-F0A0-1D49DC335F38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B8EC541-4936-936F-9EAB-9B2476B867A0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C1A1A5C3-1B52-8F08-80E5-7550972D5E3B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D28B231-A834-9F65-4F3F-895BC0844CB7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A26C40A-CB0B-CFAA-F1CC-9C6DB27DFA1A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134EE801-6900-C2F2-BDCE-62BF0DDFE13F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FF10460D-EFB4-2FE8-0B1F-549C9B3E7601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D822A371-28F9-C7B8-9F8E-78928F71690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796720F-9E90-0019-9AED-01C2955938FE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FCBC854E-7CB9-699D-2A90-79C26C664655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85D12CC8-878D-BA63-820A-E4C1A48DC4D6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5AA5E291-7FFB-B9E7-8D13-15B13600938A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D3383F2F-A87A-B857-E0EE-6DB7CDA513D6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637BDF44-5A28-3233-283B-B2C7D93868E5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5955A95E-9C10-014B-32D2-49AE86AD22E8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551BE6D5-1308-91E5-6324-EE1BC3BABE50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72E2115C-104F-6DFD-0F9D-957B758DDDC5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D2BB6370-3E2F-CB61-F59F-E7DFB23B3F7D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AC8E39EF-F067-B256-F85D-FCCF6DF90E19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4AEF66CD-A658-6CAE-E3C3-8BB07092C1ED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72C6CC72-497C-9000-F19A-E102217B4A0B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B819EDC8-5FA5-59A2-FD71-FD62213C02C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4A8251EE-C454-AC21-AFF9-F6E943DB6956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AC2C86C8-BA90-5E51-DFB9-76359E90F5ED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ED22058-E3C1-2A8C-F0F8-493ABE3B0D0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320E07FE-D6CC-6168-7F03-F4B2F5BF003F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E28022DC-372E-B3D4-18B2-B981A0D23461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D443B98F-E536-DA14-1C36-3F3A90FB1275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95825C10-E83D-2ECC-3772-A3A94D0BDE0E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C24DC22C-7CD6-02FA-5900-1F70CE44EE64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08989802-256E-771D-BF8D-56DB5818DF1F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380CE5FE-780D-FCB8-9B38-A38261FF1EE4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8BBC841A-07C8-AB23-9F59-5284FDD09A78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FB7B5123-94A1-EEFD-F1BC-37DBAFA3E97F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4A6B6EAA-5ED4-EFF3-5A32-CA5F9B038227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70A18221-816A-B594-AD5A-CC316B8B691C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A78FAF69-9E4C-7196-CC96-28D8FBD54737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4AC8FD90-9A2F-E0AB-AD1B-60B49AC7C4F3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D308DFB-5497-5791-60C9-F4F196099FA6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879E0266-4419-5328-188E-0EC784D66369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743F91C8-416C-7B1A-D18C-E676BEA9111F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10823D13-7EE8-BC95-0F07-7D28BCD8BF74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02BD914A-8DF9-3216-19A6-EED2CF008A8B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DD544F85-8FAA-37AC-FB24-B4F1309AEBC0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C217929E-0806-3B49-BFF5-E811015B6350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93320E01-E670-2ACF-F784-A517087E3FDE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0715969A-4370-1593-F762-90E17ECB74D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2AE94F22-9B10-2F0D-8167-14B3A7494E95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131F28A4-3C4A-20FB-F68F-E0355CDBB2A7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8742453D-E002-974B-AD57-32756506D97B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CC1AA8C5-3F69-5BDF-DD4D-83AD0ED81B85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54331DB3-3020-A9D9-A82E-99B915D0BF3E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2B08FE05-09A1-681A-449D-3F12642DDE9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8B98E69-F2DE-FF81-9C9F-085C2B43FC53}"/>
              </a:ext>
            </a:extLst>
          </p:cNvPr>
          <p:cNvSpPr/>
          <p:nvPr/>
        </p:nvSpPr>
        <p:spPr>
          <a:xfrm>
            <a:off x="-161716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25E1F87-836A-B074-CDF8-FFC9993ED3CF}"/>
              </a:ext>
            </a:extLst>
          </p:cNvPr>
          <p:cNvSpPr/>
          <p:nvPr/>
        </p:nvSpPr>
        <p:spPr>
          <a:xfrm>
            <a:off x="1016683" y="575793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429F7DE3-FA15-BA8F-A118-A15A339A3DA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884710" y="6339509"/>
            <a:ext cx="2181225" cy="518491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A2C1FFD-045E-595D-46D0-31E356C527AA}"/>
              </a:ext>
            </a:extLst>
          </p:cNvPr>
          <p:cNvSpPr/>
          <p:nvPr/>
        </p:nvSpPr>
        <p:spPr>
          <a:xfrm>
            <a:off x="1547916" y="1256762"/>
            <a:ext cx="2593778" cy="21054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7A06F65-15AE-CF6A-16EC-D8298913321D}"/>
              </a:ext>
            </a:extLst>
          </p:cNvPr>
          <p:cNvSpPr/>
          <p:nvPr/>
        </p:nvSpPr>
        <p:spPr>
          <a:xfrm>
            <a:off x="4265639" y="1268025"/>
            <a:ext cx="2677198" cy="209419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CE3C24C-74A0-A11F-3F90-6E42ABAD565D}"/>
              </a:ext>
            </a:extLst>
          </p:cNvPr>
          <p:cNvSpPr/>
          <p:nvPr/>
        </p:nvSpPr>
        <p:spPr>
          <a:xfrm>
            <a:off x="6983478" y="1256762"/>
            <a:ext cx="2593778" cy="21054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237013D-3DCD-8EB6-145C-D8E75B8CEF57}"/>
              </a:ext>
            </a:extLst>
          </p:cNvPr>
          <p:cNvSpPr/>
          <p:nvPr/>
        </p:nvSpPr>
        <p:spPr>
          <a:xfrm>
            <a:off x="1547916" y="3608236"/>
            <a:ext cx="2593778" cy="18209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52F6FE0-A921-EF32-B926-9B9865028FC7}"/>
              </a:ext>
            </a:extLst>
          </p:cNvPr>
          <p:cNvSpPr/>
          <p:nvPr/>
        </p:nvSpPr>
        <p:spPr>
          <a:xfrm>
            <a:off x="4265639" y="3608237"/>
            <a:ext cx="2653942" cy="182482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0DF19FA-91C7-C5C8-7FF0-21153E212E0C}"/>
              </a:ext>
            </a:extLst>
          </p:cNvPr>
          <p:cNvSpPr/>
          <p:nvPr/>
        </p:nvSpPr>
        <p:spPr>
          <a:xfrm>
            <a:off x="6983478" y="3589557"/>
            <a:ext cx="2593778" cy="18435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3F7FF9D-9CAB-3F45-52F9-17EB72C21828}"/>
              </a:ext>
            </a:extLst>
          </p:cNvPr>
          <p:cNvSpPr/>
          <p:nvPr/>
        </p:nvSpPr>
        <p:spPr>
          <a:xfrm>
            <a:off x="1216223" y="551745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4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8F02E32-7861-C85A-A404-1D56D7C7AE65}"/>
              </a:ext>
            </a:extLst>
          </p:cNvPr>
          <p:cNvSpPr/>
          <p:nvPr/>
        </p:nvSpPr>
        <p:spPr>
          <a:xfrm>
            <a:off x="1776518" y="1531620"/>
            <a:ext cx="20319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📚 Academic Agent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B76D2EA-8B7B-4CC5-2813-11F61778B55C}"/>
              </a:ext>
            </a:extLst>
          </p:cNvPr>
          <p:cNvSpPr/>
          <p:nvPr/>
        </p:nvSpPr>
        <p:spPr>
          <a:xfrm>
            <a:off x="1776518" y="2080259"/>
            <a:ext cx="203192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Concept Explanation &amp; Problem-Solving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9D50270-0B22-6D94-C1EE-35F934EB47CF}"/>
              </a:ext>
            </a:extLst>
          </p:cNvPr>
          <p:cNvSpPr/>
          <p:nvPr/>
        </p:nvSpPr>
        <p:spPr>
          <a:xfrm>
            <a:off x="1776518" y="2400299"/>
            <a:ext cx="20319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Breaks complex topics into digestible steps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A219D5D-1CEE-1B49-FE43-C875BBD285A4}"/>
              </a:ext>
            </a:extLst>
          </p:cNvPr>
          <p:cNvSpPr/>
          <p:nvPr/>
        </p:nvSpPr>
        <p:spPr>
          <a:xfrm>
            <a:off x="1776518" y="2705099"/>
            <a:ext cx="20319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Adapts depth to student's knowledge level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0DA794E-5D80-BFF3-BD6E-0E2D6EC83153}"/>
              </a:ext>
            </a:extLst>
          </p:cNvPr>
          <p:cNvSpPr/>
          <p:nvPr/>
        </p:nvSpPr>
        <p:spPr>
          <a:xfrm>
            <a:off x="1776518" y="3009899"/>
            <a:ext cx="20319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Recommends resources progressively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3EFA59C-72E7-8A2E-B4DD-2DF20177A562}"/>
              </a:ext>
            </a:extLst>
          </p:cNvPr>
          <p:cNvSpPr/>
          <p:nvPr/>
        </p:nvSpPr>
        <p:spPr>
          <a:xfrm>
            <a:off x="4494239" y="1531620"/>
            <a:ext cx="203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😊 Emotional</a:t>
            </a:r>
          </a:p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Support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B3964DA-4FC7-FC7F-9365-6103B3679354}"/>
              </a:ext>
            </a:extLst>
          </p:cNvPr>
          <p:cNvSpPr/>
          <p:nvPr/>
        </p:nvSpPr>
        <p:spPr>
          <a:xfrm>
            <a:off x="4494239" y="2080259"/>
            <a:ext cx="203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Mental Health &amp; Stress Management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37220D8-CB4B-2707-F5D4-9F4CF65B87E1}"/>
              </a:ext>
            </a:extLst>
          </p:cNvPr>
          <p:cNvSpPr/>
          <p:nvPr/>
        </p:nvSpPr>
        <p:spPr>
          <a:xfrm>
            <a:off x="4494239" y="240029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Detects stress/anxiety via sentiment analysis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800FDEF-D52F-48EA-179D-490C6770890E}"/>
              </a:ext>
            </a:extLst>
          </p:cNvPr>
          <p:cNvSpPr/>
          <p:nvPr/>
        </p:nvSpPr>
        <p:spPr>
          <a:xfrm>
            <a:off x="4494239" y="2705099"/>
            <a:ext cx="20726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Validates emotions empathetically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DE85234-F62F-6DB8-1C27-A2A6FF0720C1}"/>
              </a:ext>
            </a:extLst>
          </p:cNvPr>
          <p:cNvSpPr/>
          <p:nvPr/>
        </p:nvSpPr>
        <p:spPr>
          <a:xfrm>
            <a:off x="4494239" y="285749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Delivers evidence-based coping strategies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2110A5D-3E4B-CB42-9042-FEAB39345C3E}"/>
              </a:ext>
            </a:extLst>
          </p:cNvPr>
          <p:cNvSpPr/>
          <p:nvPr/>
        </p:nvSpPr>
        <p:spPr>
          <a:xfrm>
            <a:off x="7212078" y="1531620"/>
            <a:ext cx="20726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A5E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🧘 Cognitive Load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1B783AA-ABF1-9054-70FC-4D022F69B7A5}"/>
              </a:ext>
            </a:extLst>
          </p:cNvPr>
          <p:cNvSpPr/>
          <p:nvPr/>
        </p:nvSpPr>
        <p:spPr>
          <a:xfrm>
            <a:off x="7212078" y="1805939"/>
            <a:ext cx="203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Task Prioritization &amp; Overwhelm Prevention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8272B30-8B83-4547-890D-FB70DC91113B}"/>
              </a:ext>
            </a:extLst>
          </p:cNvPr>
          <p:cNvSpPr/>
          <p:nvPr/>
        </p:nvSpPr>
        <p:spPr>
          <a:xfrm>
            <a:off x="7212078" y="212597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Detects overwhelm signals in real-time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80156C2-C61B-4ECE-61AF-F22F4B512B24}"/>
              </a:ext>
            </a:extLst>
          </p:cNvPr>
          <p:cNvSpPr/>
          <p:nvPr/>
        </p:nvSpPr>
        <p:spPr>
          <a:xfrm>
            <a:off x="7212078" y="243077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Creates prioritized, manageable schedules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7EE5EBB-465C-2542-7690-A76BE7B28E37}"/>
              </a:ext>
            </a:extLst>
          </p:cNvPr>
          <p:cNvSpPr/>
          <p:nvPr/>
        </p:nvSpPr>
        <p:spPr>
          <a:xfrm>
            <a:off x="7212078" y="273557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Suggests breaks before burnout occurs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B980FC4-154C-BB20-98F7-9B326A66B1D2}"/>
              </a:ext>
            </a:extLst>
          </p:cNvPr>
          <p:cNvSpPr/>
          <p:nvPr/>
        </p:nvSpPr>
        <p:spPr>
          <a:xfrm>
            <a:off x="1776518" y="3924300"/>
            <a:ext cx="20319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🎭 Personal Switch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0D7B6FA-27FD-E533-FD69-C86E9E1C85AB}"/>
              </a:ext>
            </a:extLst>
          </p:cNvPr>
          <p:cNvSpPr/>
          <p:nvPr/>
        </p:nvSpPr>
        <p:spPr>
          <a:xfrm>
            <a:off x="1776518" y="4472939"/>
            <a:ext cx="207255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Adaptive Communication Style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932E1BC-1D3F-F4AE-83B6-B258E906F0C7}"/>
              </a:ext>
            </a:extLst>
          </p:cNvPr>
          <p:cNvSpPr/>
          <p:nvPr/>
        </p:nvSpPr>
        <p:spPr>
          <a:xfrm>
            <a:off x="1776518" y="4632959"/>
            <a:ext cx="2072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Friend-like (casual, encouraging)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A702F02-CBBF-C83A-CA15-2223717DFA72}"/>
              </a:ext>
            </a:extLst>
          </p:cNvPr>
          <p:cNvSpPr/>
          <p:nvPr/>
        </p:nvSpPr>
        <p:spPr>
          <a:xfrm>
            <a:off x="1776518" y="4785359"/>
            <a:ext cx="2072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Teacher-like (structured, detailed)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018C274-C112-C668-503F-6359845A0DB1}"/>
              </a:ext>
            </a:extLst>
          </p:cNvPr>
          <p:cNvSpPr/>
          <p:nvPr/>
        </p:nvSpPr>
        <p:spPr>
          <a:xfrm>
            <a:off x="1776518" y="4937759"/>
            <a:ext cx="20319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Mentor-like (strategic, growth-focused)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43B89E7-3339-C67C-755F-32C2B4BB4E67}"/>
              </a:ext>
            </a:extLst>
          </p:cNvPr>
          <p:cNvSpPr/>
          <p:nvPr/>
        </p:nvSpPr>
        <p:spPr>
          <a:xfrm>
            <a:off x="4494239" y="3924300"/>
            <a:ext cx="20726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📉 Failure Pattern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0D8C80C-361A-66AB-6477-23B219B62FE6}"/>
              </a:ext>
            </a:extLst>
          </p:cNvPr>
          <p:cNvSpPr/>
          <p:nvPr/>
        </p:nvSpPr>
        <p:spPr>
          <a:xfrm>
            <a:off x="4494239" y="4198619"/>
            <a:ext cx="207268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Predictive Failure Analytics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503221E-3A57-1F82-3D59-FD3F9C590EA1}"/>
              </a:ext>
            </a:extLst>
          </p:cNvPr>
          <p:cNvSpPr/>
          <p:nvPr/>
        </p:nvSpPr>
        <p:spPr>
          <a:xfrm>
            <a:off x="4494239" y="435863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Identifies recurring mistakes in episodic memory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44625D48-1ADA-EC2F-8F95-7745C90732E4}"/>
              </a:ext>
            </a:extLst>
          </p:cNvPr>
          <p:cNvSpPr/>
          <p:nvPr/>
        </p:nvSpPr>
        <p:spPr>
          <a:xfrm>
            <a:off x="4494239" y="466343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Predicts struggles 3+ days before exams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CC6DE615-37BF-C40C-D2AF-155764DBDBE6}"/>
              </a:ext>
            </a:extLst>
          </p:cNvPr>
          <p:cNvSpPr/>
          <p:nvPr/>
        </p:nvSpPr>
        <p:spPr>
          <a:xfrm>
            <a:off x="4494239" y="496823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Recommends targeted practice interventions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7900A175-639C-FF01-2C13-822E17BBB927}"/>
              </a:ext>
            </a:extLst>
          </p:cNvPr>
          <p:cNvSpPr/>
          <p:nvPr/>
        </p:nvSpPr>
        <p:spPr>
          <a:xfrm>
            <a:off x="7212078" y="3924300"/>
            <a:ext cx="20726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🔍 Concept Gap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28DEA82C-39B3-4232-5D6C-280C0548E9FB}"/>
              </a:ext>
            </a:extLst>
          </p:cNvPr>
          <p:cNvSpPr/>
          <p:nvPr/>
        </p:nvSpPr>
        <p:spPr>
          <a:xfrm>
            <a:off x="7212078" y="4198619"/>
            <a:ext cx="203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Prerequisite Knowledge Detection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9F1C0E74-26EE-30DA-8EC7-15C729D47A52}"/>
              </a:ext>
            </a:extLst>
          </p:cNvPr>
          <p:cNvSpPr/>
          <p:nvPr/>
        </p:nvSpPr>
        <p:spPr>
          <a:xfrm>
            <a:off x="7212078" y="451865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Detects missing foundational concepts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9B78BE16-BC47-0801-A423-EA452A1E2EE6}"/>
              </a:ext>
            </a:extLst>
          </p:cNvPr>
          <p:cNvSpPr/>
          <p:nvPr/>
        </p:nvSpPr>
        <p:spPr>
          <a:xfrm>
            <a:off x="7212078" y="482345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Traces knowledge graph backward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CA0FFFC1-55FD-55FA-C62A-7DA8F317DBBC}"/>
              </a:ext>
            </a:extLst>
          </p:cNvPr>
          <p:cNvSpPr/>
          <p:nvPr/>
        </p:nvSpPr>
        <p:spPr>
          <a:xfrm>
            <a:off x="7212078" y="5128259"/>
            <a:ext cx="2032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Fills gaps progressively before advancing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324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BE559-51D2-E78F-92A9-46406761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E0E5931-7601-643C-B508-6AB6618F09B0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53BE78F-87B7-7632-5590-B552A06FE202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4EDDC612-F7C4-CCE4-8951-99837237B86C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37A954F-F266-AA8A-B347-3084660801A9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2E68631B-F8B0-7F56-941A-ACBB40391B79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42ACC0F-47A7-2923-3E34-324A989EB137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5637D05-EF82-8E43-8824-755D78B9CB62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1534B042-968E-8EC3-F9A3-41228B59A0F3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B80A1D9-D4A6-5B91-C9A2-FD3A550F95C6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22BF6C9D-D6FA-7988-A454-C3B036B5C838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7E702BE8-AED4-E110-98B6-41222BF2B868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C2069DC-DC34-EDAC-DCFF-A007E2910DE3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AF1A632E-2CC2-42CA-AA0E-5D758E908632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C08FEE8-45C8-0B91-6C5F-764CA11CA83D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CC15B6C-B84E-512B-DC45-B0BF353EBB93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55FF7E9-E371-0B02-82BC-5A825E2DB111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E46594AB-A952-794D-249E-CC8058E62463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81D9521-AE7A-B317-AEAE-E7F981AD8688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531151AD-3938-3E91-1D15-0F5CA62E4967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92D44AE4-B7A5-F0F3-4C48-D19A75FBD11F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B466CB26-36E5-6D57-A10A-2C2B0C91DAD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F3340853-A293-0529-7398-BF411444AC33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3E980407-1064-F60C-06D3-54CD5B0E6F38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31030B9-1185-96A4-5783-51B67BDDD79E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A519BF0-9BAC-B042-FE8D-6A58113154E1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C0216EA-AF47-6D1D-DA2B-B655C840A608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9ED0A774-8E58-7853-BE22-0F449B2A2975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E062576D-DEE6-D2F0-5D08-1F43607F6A62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98EE1FC-A106-DD78-732B-5DD768A07138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FBC53009-4DC5-04F0-1CBA-43610E6367A6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6131E2AF-9E1D-9A21-86F7-650C533B372B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BE44B4B-C61C-937B-A055-2BDF535E1A8E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6E0CAEB9-EE6C-2C70-D5F8-D00198A05244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556177F9-75B6-884A-CCB5-DA7A9C4A7792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85597B41-826C-AF37-0481-229E4AB59B01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CFF22237-FEC1-D92C-EE4D-D95373D1309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0D25D411-B91B-4A27-A28F-72C84AF05126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2DB3966-63AA-6C79-1EA4-BBBD5124A06B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A4BDE6E7-EE0F-7BA2-42B6-2A684A560903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090CA30-E321-DC2E-A186-3474C09F2F67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30A2822B-2D40-E3BA-D6DB-E31247FAB979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C48F174-F8E2-199F-E51D-0C421ED24429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1E76AAA8-C86F-8CFC-62E0-74F8890F0B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E0CBDAC0-3BD1-AC3D-FCCD-65DA8898CAC5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41B5C1E5-4AF4-17AE-0675-F9E791EEB795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E2867F3-BC7C-FB79-3CBF-11F344611D99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B666825-8B73-9BF4-37C9-B779C7AC2286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90FC2F01-00EA-F0A9-7A7F-ADEC078A91EB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315FC338-968B-8707-12DE-2AFA21800084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D935341-1C7B-9AEF-4DD8-8B38E1FDF600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904B3AE0-47C9-73BF-75CB-C6088B783F8A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C643E811-0691-7673-B2CC-74D0942DAC62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0046499-9A38-AA3F-068D-237067DF3162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263B89-1097-01C0-E63D-5363746A3DA7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8FAA2A4-E2BB-E523-8C93-1B2480C69900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74934AFA-C50A-94F4-EF49-DBD351322483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A2F076F-CB8C-331C-40D2-F2E4A94FD070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9486FB0F-D8F3-BD14-71C9-1570187F92C4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9F0D613-0EB3-2B5C-91E2-4D75BE9EC9A2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20A5AB6-7F5E-DC34-CC02-2F38BD210DF5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776106-320D-E10B-FF8E-EA78DB31F887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9FDC7F1B-6F49-083D-2348-7B86A5F24913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0B3F999A-5096-98FC-48E6-1EDCA541794C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356A6DFD-C6A1-2E75-DE82-B5B294BC1A24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428090A-A5BE-17EA-70E4-75C3F7CE39EC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3AFA2C7B-B9C5-BE64-2512-13E61E3E019E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FE864B2E-A9E3-8BEE-291B-BD1FC74987A0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DD2B0E5F-257D-7ADC-A71E-557DDF0A3F19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2664478-0836-1281-D62C-EFD101333583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FF9E25F0-CCC7-18F0-1FCF-9FF61E3A88CD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BD96AD4E-4BB9-9DF3-C6D9-40E17EF88F38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71073FE3-F307-C2C6-0392-CAB4AFDA4C76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63AAE82C-130E-11F9-9BE0-4811A9226209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E9F55AC7-DF9C-C6AD-655C-6C52BCF15442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F8FEAF0B-4310-7F18-00F3-B74A2DE5F9C3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499791A5-A997-05A5-C5E6-003A85EF4220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90F6C00B-FC59-1FC2-E70B-3FFC1FA632EB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7373AF14-48D8-32A9-DD9C-BE77D9F487A9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F4E809-220C-6E97-4319-F41F416F0B35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9E96D9E5-989E-3762-451F-96C7D511E289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0062865-7F4F-5037-1BF8-151A34814C1F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B1D149C2-5C10-6793-0DEB-C7A40EA68E1A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66C94B16-3B89-C25C-88A1-450B3087E9F4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E7181824-7CDC-B10E-DA6E-42D6960A9CD7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59E78D36-845A-773D-4DCE-182BA7B7388D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61BA9A30-B431-8D48-BE97-05318BB84DB4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86404129-58A6-BE47-1719-DBAD5E662EF7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2D27042F-639B-A683-6DAC-13B5AF229827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E0765C5E-7931-16BB-8F48-96371CA46DC9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870EA294-2610-12E4-A740-C11D3FAECF75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39291B14-3852-9AD3-D8BF-1D47187702A3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D5968317-D11A-6831-2B55-5F597D6FA79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67F8C1B5-95AB-FA1B-7803-C7C5F1798FD3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95FB2E36-9ED2-0365-E211-93774CA61F55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1F28209B-5051-88E2-1FA6-C930EE2E01E4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A070E495-6C16-B239-B6D8-05ED5E9B5A5C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39CE8626-5FA2-A923-4394-BFB26288D781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CB98FF49-10FF-0C0A-68C4-CF8617E51E0A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D2BB9E69-BBC6-2C84-55EB-C520BBE0BCD0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ED5CB692-236E-528B-9811-755F777386B8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1647FDB3-769B-75E3-E9CA-A5ABE5548DC9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78E6D502-2D78-BC3A-3AB1-F66C95E81ED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0D5E0A13-1B1B-63CB-734D-C1907712BFE8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6B45B41F-908E-95E9-C2DC-ABD7D9620881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47662466-95DF-9E41-26CC-E62F93C78B92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8AB76D7-3594-A4FC-C56A-461CB2946D66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43ABD1D-2415-D504-BE99-2AF97BC03E27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D7173F0C-A2D8-906C-0E4E-F083843017B1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E4624AEA-1943-3748-55A0-F2A811C30EBE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3D1C1343-0FD2-B5DB-BA22-5EFC62F8D016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D9E7F449-B9C3-E4FB-49CC-FB390498E445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6DCCE771-815A-969A-BE41-2D7FD61C6BE7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2F96EB4A-6DAF-42F9-5CAA-26C751DF0B8D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647E247A-91DC-8AAB-BF83-0FA29E482A81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4BFB4339-5226-E6B6-2208-14F772408DE9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68D05A05-64AA-0B97-4EA6-91A649016E21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7D388BE4-09C5-E346-6C4B-B138D442F81D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A17B0AC7-04C1-6DA5-EA9B-60332633771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6994D33-45E6-B71F-9D66-5DE0721821D5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6409936-8824-F00B-6D4B-E990B5B6D072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071119B0-F25B-E38E-1322-6BAA587E5873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F9910DAC-4166-CC23-C474-12016A96AAD9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8B23EFF-56E4-BDEE-E8E4-7DC27441A4C4}"/>
              </a:ext>
            </a:extLst>
          </p:cNvPr>
          <p:cNvSpPr/>
          <p:nvPr/>
        </p:nvSpPr>
        <p:spPr>
          <a:xfrm>
            <a:off x="1173494" y="575793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9DB813B7-1F1D-FC4B-262C-B41B6C44592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C0F408-410B-CC62-B128-8F1A21572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08" y="1723787"/>
            <a:ext cx="9907383" cy="3410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5D83A2-B42B-1609-8C67-6DAC545AD498}"/>
              </a:ext>
            </a:extLst>
          </p:cNvPr>
          <p:cNvSpPr txBox="1"/>
          <p:nvPr/>
        </p:nvSpPr>
        <p:spPr>
          <a:xfrm>
            <a:off x="2474259" y="794457"/>
            <a:ext cx="6113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Layer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99629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CE10-9A98-69A7-5C8D-A9C800F2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8E7C79AA-FBC2-EAB8-ABE1-26758E661598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2DCCFC78-5E88-FF8B-71AF-8AB04C26BB8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6AFFF839-2190-6D1A-9171-33AA8302CE01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39C3B45D-22E8-CE00-7195-402E1FD2DD25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B31F511E-11F4-4CF4-D2F5-DF032BEC0D91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8B2D1544-A212-6B33-B2CF-01F8DC078FBA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AE21003-34E2-A847-0B39-E96CC697CAE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387081C8-CEB3-6C7D-3534-F98BC9596523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82EAB9C-6F03-4F3F-47B1-9D80B563C15D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7500DC5-FC2A-7692-1661-7FDDF47F89BF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2BEF82F-35B2-B8AC-FD64-08FCEFEB4135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45F13FC-9791-9093-4A6E-64CE80271138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CF42FDA-0419-E5EE-4E2F-1AF61867649C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802CC28-BC4A-720E-7698-AE03DD3A880C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7614688-1200-8C3C-3542-6718DF16396C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562F7F1-63AC-188E-6005-8822A489B447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F8F46CF-7D97-F2AB-F1A2-3FEAC392B796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4B99788B-7D92-D147-36C4-8D83C3DD1D75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6EAA179-CD71-354A-5638-D58FCEFFFA40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5BF5F43-0241-740B-8862-448CBF6198CA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8B1738C-2604-FBA0-5AA6-F3A4B12BF1F5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AF46AE5-3F33-A448-A596-E4007DD931F6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6E885B6-21E2-D9D7-20B9-4D99ED96C48C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EBC8964-831E-CD87-94EC-DAAD0F5669ED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51E8A85-EB36-6FDE-810C-8906C9BB3D90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2331CDC1-7734-266D-A9E8-E04282FF341F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48973B5-FA91-9C9F-7E01-098BABB58BF8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973C572-0875-707D-FEA4-D53A5683902E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BF20A0E1-0503-653D-7788-68F44981443E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A0E2F65C-6D39-4D19-C705-0FB6510E8A1E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1D7D61DB-B906-1779-752A-77A07F97EE05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C40E19F1-4C5E-4F2A-25BF-3E90A824EC12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B63308F4-7DFC-690C-7046-190E5028441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CDD280DE-C79F-02AA-C4F4-9756495B1404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EF962A8-EAC3-A9EA-24D9-CD581CEB0909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6A36CD6A-12E8-602C-93C8-DAF1AB7994E3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F8808449-3872-8DE7-6982-11E4631163D1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5D2A0871-962F-73B3-A0F0-66A5A2E2D264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35E78ABB-DC90-07CE-14CC-00780464DC3D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5DC40087-6BB6-EF20-778B-11C88D7A4A13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CE7894C5-211F-2312-E6EF-83DA13FBE8A1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B537879E-E843-610A-6E27-1468310FFED8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B04C2FB4-DDED-8765-F4DA-0B1D42450DA8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586D2B16-DE70-8410-AA79-DAE33CBA5A48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EC9EBECB-5735-34A3-F4FF-AD197CFCF085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5F74AE89-D42D-34E4-76B0-CB2DE6725EF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A372FD0-02C7-70C7-B896-865A6F758DCB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E74BB13-908C-F1FB-0A43-411A6B79BA21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DE511CC2-145B-43E3-FF47-7E51A2F022FB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BA62720-0522-2E80-E34B-B7EC4A5913C4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1B24D202-A70E-EBDA-F30F-85281158588A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0C14E4ED-CAF8-95CE-29B9-EE7E65DB6C01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483D420B-B54E-01BD-4637-E31644BF46EA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31E364-00E0-7F6E-3B1D-7E7863BDD52C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B990A48-1ACB-A690-87AF-9194CA22A3DC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DA8D9485-F5B0-BB1F-9358-3B517A6E80A8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A9BF9C7-FCC1-7F1D-01E6-58EEB64D7F6E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50E706A-B0C3-43EC-6404-F006DBA1DA3F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8DBD0EA-19A8-7049-2E24-31E2AAE68FEC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6611319-2699-7A63-CA0D-7431DE9E0EF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E3804681-FCEB-170C-07B1-F4DD565B457C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729209-38DD-0C67-1B1C-EC062C62C1B7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FEF5DAF-2607-7215-F1BB-C0C0E1D6A6F6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EE4B2E08-D818-4AB7-5A04-659E368414B4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DE2A0E5E-5E51-D3F3-1266-A9ECE8F8815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33772339-C32F-5A7D-21BF-F59D9570F3C4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FDCCF98-7998-E013-ACD0-6034951AA762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4C2FCC2-7F72-7D48-BAC9-3716FA867699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19176649-C45D-0394-9F21-490FDA18E472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A2FCB170-FA57-2B76-ECE4-B177CB0083B9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98425BED-2C4B-F055-D5EC-6A61B20EE87D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8ED0CF8-E78B-955C-4DDD-AAC86730E581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625FA104-75E9-692F-C82C-9A96DC1A0FEA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6F946088-B99E-09A7-35B9-A629738BF0BC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562ABBC7-4936-B6E2-52CD-F8051FABA377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E473B5C1-BDFA-D2AB-F957-8898CE601D4D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0CF68EF2-6D60-ADE9-C76A-93B6E519217B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F41CC074-03ED-706D-4D32-86759401FC4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912E3E0-B2C4-5A4B-40DD-09CB079EAD88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42F3B29-AB15-F979-87B2-9FD024CFB633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A7156821-3EDD-1C9C-44BC-2452ACDF469A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3CB409A-0FAC-EA83-9632-5266FBF70047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4B66BA68-A5F5-5C40-631F-398B667EA27A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7B776EBE-95C7-10FE-9F54-EE35EC9B1180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0A61215A-039C-B4F4-CADE-3E0CFA46A827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941FFB4D-4F24-D71C-490E-C48873152557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496EF1AE-C15E-D1C2-244C-A0516228DA6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D1E12609-4DC3-289D-8C51-55ACE8FB51FA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D79AEA58-98E8-D7A5-20E6-8A944297B16E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2878745D-FB29-2D13-89FD-8C00ABB7B0E7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A3128AC3-2D48-42DA-90C0-46051B2CAD06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D76CE006-5974-93F7-FD6E-7E08903E278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9E153F53-8D09-B413-5FB4-4F83ACCD6553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B3B0A8B0-9C80-17C5-FD99-786AC76F7485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C9BFCEDC-FDDD-26ED-545D-02BB71AD0E34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E94E44A1-3124-E281-DC35-40DB1562511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066B7B6D-B729-55A4-E18A-CB26129690BD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F45EDE15-33C4-2793-61EB-D989AE61371E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5564A6EA-9F1A-45AC-2CDA-FE9A79427AAA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7944C750-97C3-4E77-AB62-1E18C84AE75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69F91038-EF62-6D14-4D70-726AD62BEF30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86AE7E82-9068-E624-1E29-EB6AB69D3CF2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4EF5174B-86C6-E703-1BFC-62B179783156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1F57B819-15BE-D40C-702F-878DC5F413A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A0505CA1-E252-007F-915E-83DCD4651562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2D13E8E9-A12C-6FF3-7A8C-F8FA32D7496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56D34000-35D7-DD24-9222-EFCC0815FF25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97CF0314-F5E7-1D06-CE32-D3A9D226590C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BC9F897D-1770-3AAF-65B1-1D790E0D4772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04A414E1-2013-AB84-8DD1-B05C81A0E762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73A1769-D339-7779-0C6C-C9F8126C1BDA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C13613FF-BB6B-1CF5-694B-02FF1C62A555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830E6F32-B378-8B3B-EC06-072738C08783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5F0F36CB-273F-582D-5457-40EAD62E05E4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16B180D-93DF-99E0-31E2-F18884B82F86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3F377D3A-6352-B3A1-88F1-C64BE4B7BC0E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973638E-556C-F843-E3DA-DB2C3475BF15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61337352-CCBE-C151-57B7-BE321197EE6C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C3700E96-0BFD-BA1A-5424-E4515294F7A1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936D76C7-5A73-2392-E544-0594FE1611C2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6288AF5D-204A-EFF9-586D-AA082483F026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CD3C343-34A2-663A-028A-3F2E67543C0F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3C8C871-9785-F6AE-4223-8CB45F31761F}"/>
              </a:ext>
            </a:extLst>
          </p:cNvPr>
          <p:cNvSpPr/>
          <p:nvPr/>
        </p:nvSpPr>
        <p:spPr>
          <a:xfrm>
            <a:off x="1173494" y="575793"/>
            <a:ext cx="3670368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ECD50364-83AD-8691-AFA6-EA70B543F8A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173494" y="777655"/>
            <a:ext cx="10777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Intelligent 5-Tier Memory System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219200" y="1666240"/>
            <a:ext cx="1016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324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Working Memory</a:t>
            </a:r>
            <a:r>
              <a:rPr lang="en-US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(5 messages) - Immediate context &lt;1ms access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lnSpc>
                <a:spcPts val="324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Short-Term Memory</a:t>
            </a:r>
            <a:r>
              <a:rPr lang="en-US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(20 messages) - Recent conversation with importance scoring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lnSpc>
                <a:spcPts val="324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Episodic Memory</a:t>
            </a:r>
            <a:r>
              <a:rPr lang="en-US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- LLM-generated summaries of past conversations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lnSpc>
                <a:spcPts val="324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Semantic Memory</a:t>
            </a:r>
            <a:r>
              <a:rPr lang="en-US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- Extracted facts (goals, struggles, learning patterns)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457189">
              <a:lnSpc>
                <a:spcPts val="3240"/>
              </a:lnSpc>
              <a:buSzPct val="100000"/>
              <a:buChar char="•"/>
            </a:pPr>
            <a:r>
              <a:rPr lang="en-US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Profile Memory</a:t>
            </a:r>
            <a:r>
              <a:rPr lang="en-US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- Persistent user identity &amp; preferences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12800" y="4638040"/>
            <a:ext cx="105664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0"/>
              </a:lnSpc>
            </a:pPr>
            <a:r>
              <a:rPr lang="en-US" i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Unlike generic chatbots, Campus Mate </a:t>
            </a:r>
            <a:r>
              <a:rPr lang="en-US" b="1" i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remembers everything</a:t>
            </a:r>
            <a:r>
              <a:rPr lang="en-US" i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across sessions—enabling continuous personalization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193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272B836-303F-DF4A-69B1-B2C662E9F50B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2BC24B3-E39A-CB46-4E1E-768CEC92BF4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2436BCE-063A-1B43-09E4-3AEA3552CC5D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6616B3F-11BD-D8FD-89CA-7D56D09FF5F0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DB4174E-509B-CF12-3BBF-0028C4D1663C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1A3526-0937-7AB7-D30D-8870E9E719FB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7D4F9D-7741-FDC2-3741-CDF62A89A0AD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2D0A7FB-AA0E-1C19-5625-0FB54171CCF5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69B4B22-6F5A-FCB4-73ED-B60A3F13C8F3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6C01E5-B9A7-3F15-A590-FAA17C94DBD0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F775AE82-2537-4B05-330D-3AF2C37B1F0E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F5C9632-1C53-F6BA-A1DA-7B0EB01C6E7D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94B565-E2DA-D992-2272-831FAB18CD28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A822E09-3362-108B-8798-EC8292F549FE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831DFE-47FB-E3D4-D5D2-9F583B3FEFC6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F0B3D84-9378-FF28-B840-0B20A983CEE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C73E7F8-D1D3-B301-76CF-13B8B2ABE819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9DBC961-5BE8-85E0-50B9-413EFE96AD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FB8399A-B674-9339-D63B-BFC9BBEABFC9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3D9DE4-4371-9055-4B9D-A7D8990BC129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B9270AF-ED1F-1411-1CAA-46F106488251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D2E06C7-C283-457E-10FF-A0D9E71CDC9D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CCFA092-BB4F-F4F2-A5CD-6BD4E3767751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B654535-BBE5-AB0E-61BC-13E959EAC58B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2079DAE5-59E5-0967-317C-13A94DF53547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4A9868D-358C-979E-0D2F-84D51462320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29AA5E6-7ED1-8382-E428-68AB2F3BB39E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4AEDC2C-D56D-FD92-7B29-7FA38F85E671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617ED90-AE8D-BA61-0D56-6ABDD7C248D7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C1E3486-760F-0831-2891-78277486CDED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F9A68D-8B7F-0937-780B-25A30672527A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09B92A9-12EB-6D7E-30FC-8581666C702A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A401D31-0501-9FC4-A959-55B5EB9526D7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BE587C8-D91B-0ABE-40E2-C1F88AD22C33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736F4B9-5F6B-284D-A8C8-C4D6EB8364F7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BCD5585-B771-28CF-5638-CA6ADF70CEAB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E6BA4B3-165F-23BD-5B2B-25CDF0C6C5B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DEEAEA1A-F391-64D7-033E-FDEBD5DEA025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A59C-F643-EABB-6887-41B2D8D6495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60EE77C-1B6A-2D49-8C6C-11B191C3E03A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1DA9E69-ED6B-C85C-74BA-191FE05EC48C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F6215A-84D3-0DC8-4B16-AF901F73FC6E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FB554D9-6A3C-2352-7CB3-7954CCFAE007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685958D-E39A-CAC7-67F4-DBF3A87D1834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4493297-4BD7-5010-739F-C152F576EA69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B37008F-0FFE-EF29-1D88-2CDD3DB6B9E5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C4F2AF6-AFCC-9939-79D2-7A1690280168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0FED5B-B21A-98E2-5EE8-71512ACF1723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3F54A48-FBD1-6597-C96C-B9FED8D3AFB7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210C79F-E766-B137-A052-F060B344F53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0C35B28-2ED2-2755-5AE1-A66F4DFAA8A2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B9A3344-4D04-B32F-FD89-AF6F51416BBF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57EBA0F-BF87-1BB9-24D1-C10C4D753974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A033F54E-11DC-29C2-D514-8B65F590C94D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E2B9EC8-479D-D5D8-6BCA-057218002C3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DCDC82B-0D9A-2EE4-9B3E-CF599F760347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4AA3840-594E-06FE-0A71-30CE90557E3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2ED5282-FA59-F5AF-648F-2A453D9779B8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1B79E65-E610-34FA-C420-BCF913D122B7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99728ABB-945F-C69B-1928-27FEE400AE9E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8072CB1-B5CD-9356-A549-AA020ACA7B0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0FA01F9-C391-1654-A89D-D52449152939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FC130C3-1C07-1667-4EBC-6AD73E51EEB7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F88F9D8-EB9C-16EA-CFE3-135920BBC16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6C7310-671C-B284-B7F8-A3E8FB1800BF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5F953CD5-5686-8CBA-CBB8-1F26F9018E77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BADDD77-D9A6-8181-B0AC-C6BEFA3E95A1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1A0A3682-B0A9-29FA-1599-3080E9906ABF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663EA5C-A76E-9895-678B-A2EDB2931ABA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E84B9E-077F-763A-85D3-145EB11C396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66DAD28-8608-603E-039D-812413132E2F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37424B85-59D5-ED1B-1E16-A610508AD952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837843F9-878D-7589-15C8-D97EEBFC1D11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0BDE6A0-10E0-3427-1C7B-EA5E6D644758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2C9D456-4204-3EF2-46D3-9860E49808CE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982399C-C36A-15B5-ACF1-82617BF7A952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CFF4D0C-089E-70F7-4235-BE74CF1C2815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731147F-C7BE-5636-9A89-DC61C5FFDD01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5D3295F-510F-F59C-7C46-1DD2D94E7D89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3ED0707-5D7F-A4AC-5758-7B87830037E5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112A6F8-6F9B-B524-5A8C-115DCD59E1AB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71E06284-8328-8C24-1858-B235EA2AC4CD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34E17CD-D47F-B5BB-46C6-C9C8343DC58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CD04A39-C69A-A9B9-12B3-D1ACCACAD3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168A7EF-2378-97A6-EB9E-5138CF0DEDEF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8F5637D-71F6-10CF-32C5-5EEB7547998C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8455D73-747E-056B-7B38-8A001DF0975A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6C0A3B2-92B9-6A16-B5FF-A74D2F748F22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435AC269-03D3-675D-4C48-08D6CE86D4C8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EBD5AA58-306D-EB99-32B5-9E4A1640A9D3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716CA12-D736-2D47-505A-4E57016A89B2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624491B8-458E-01A7-4909-5893814B8D5F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039EE44-DAC7-5757-4BF2-EA2A26BEA92F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09F3D42-1DD6-BD53-022E-9DFCD5048304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7D85F3FA-EB83-8F16-0B69-E6B9D38B8AEE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69A6764-8AC2-FE4D-90C9-15CA00F37E53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1CA983-C5A8-757E-F0A7-A4D987800519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DB299C9-C10F-6BD1-9AFE-22EF23772983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ECAEEB9-0496-CCEF-13F3-71167F70256E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222EF5CE-20AB-28AB-F26B-A88E085941B9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138DB83-A947-E98D-D6E2-0F369DC669DA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11FF71F-EE8F-61C1-5CBA-D00666980044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C71722CA-EBE9-82B1-621E-306960CB6E02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4C646E80-51C4-039E-FAEC-CAD0F7CA1458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FB0F54E-128B-5239-A521-2EEBE2D1916A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A8941A6-7F83-281A-03C0-660FB6AC3DFC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18D1468-A732-D1A1-DCD9-B2AE4A776E8A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72D15E5-F3D1-86AD-6923-E1C631250F7A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8B9901C-934D-534C-B018-95631FE5E499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A30F3CAB-4984-0AAD-0789-9C721786C1B1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3ABACA79-42B5-5D7D-459A-B644504C7089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314BA32-099D-5AD2-041E-50CAE1A96419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B6D58FBC-3DC3-EEF8-7A21-2CAE571371E4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3BCD7C23-EFA9-DD7B-E708-94DD702C4C8A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5CD32A3-6E53-4DF6-FFF6-ACA214FD7142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F920B72-20A0-E030-5EC6-20094CF0EF7B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5EACAF-8340-0440-CFCE-CD483845D926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E324DBAA-B96D-2F3C-08AB-0F24C14D9324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BAC4BEB-5471-BFC1-84ED-C2287007D220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142260-56EC-D969-3DF2-8FFB3A03683F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5E181CF7-9B33-6E89-A038-436D066A7CF7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FDB59CB-2A88-326F-B50C-13DD5449741C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F796AE-057B-C555-3B5C-0465ABCAB6D0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5501B6B-EC77-47C1-BED3-6FC1C9A01967}"/>
              </a:ext>
            </a:extLst>
          </p:cNvPr>
          <p:cNvSpPr/>
          <p:nvPr/>
        </p:nvSpPr>
        <p:spPr>
          <a:xfrm>
            <a:off x="1040005" y="671003"/>
            <a:ext cx="4103236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Outcomes of Project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939D96C7-C012-444F-B798-B9CA52C0158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30364F-77EE-FDAA-6B7A-68FE11F7F97F}"/>
              </a:ext>
            </a:extLst>
          </p:cNvPr>
          <p:cNvSpPr txBox="1"/>
          <p:nvPr/>
        </p:nvSpPr>
        <p:spPr>
          <a:xfrm>
            <a:off x="916049" y="1179919"/>
            <a:ext cx="1088911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Personalized Learning Experience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adapts to individual learning styles using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Switch 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complex concepts are explained in a way that matches the student's preference (e.g., as a friend or teacher), leading to deeper understanding.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Proactive Academic Improvement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utilizing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Pattern Analyzer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identifies recurring mistakes and warns students before exams, shifting the focus from reactive correction to proactive prevention of low grades.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Optimized Mental Well-being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Load Balancer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detects signs of burnout and suggests prioritizing tasks or taking breaks, helping students maintain a healthy balance between high academic performance and mental health.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Hands-Free Accessibility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allows for natural voice interaction, reducing screen fatigue and making the tool accessible to auditory learners or those who prefer conversational study methods.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Scalable Technical Architecture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that a modular network of specialized agents is more effective and scalable than a single generic chatbot for complex educational tasks.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13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F44C-8A1E-DD1D-5FF7-C9779664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7DEDADB5-AB9C-1215-6017-7BD5745B5207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chemeClr val="bg1"/>
          </a:solidFill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525A469-278E-ACDE-4992-5B589AD45703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1EDDF385-1031-9B6F-85F9-F8FE104826D2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51ED098-6899-E219-B466-D0DEC1302998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C8401D22-662D-3174-FF8C-99E823B73796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7C38A77-41ED-7F58-1986-BFD3BB3573DF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885ED06-CCBC-6E1A-4C04-3152BD148707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7E81510-83EA-113B-CC84-F6E1A028E3F3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4A63A7B4-1B8C-F2A5-9CB3-6A0F4A467FAD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7294DE5-D29A-8FF4-A565-6CE76C2B8493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1330192-D70C-EC65-FBED-6AF19D047635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F5DED70-7896-3A00-6F7F-6743CADD8BE0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9DC619E-A070-EDAD-EEE4-BA65707C3D74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192B54E5-40AC-586C-FAFB-982D9F788C1D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B5822C1-0366-65F5-46EF-F077C5FAA059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63DE694-155D-FCC5-A465-E53BEBA2DDC2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35047F1-0471-B113-ED7A-73A6798F9C23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1E3B802-DE34-0C93-5B0C-FD6D0102F930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DF3A957-0598-4806-10B3-BB2F32A34C88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solidFill>
              <a:schemeClr val="bg1"/>
            </a:solidFill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9BB7040-5881-C20D-400F-D2BA44848C8A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37043509-1E24-04AD-DE52-D5F7522AFC48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F4517293-7408-1347-A1F1-1DC822E1988B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74EAE03-2134-3B99-96BA-999BBD67E383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08A2267-88A2-134F-2CBF-C337E35AC7DA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99C759A-B906-32D8-1BFD-5B82630BD3E9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03BC5A4B-FE38-284A-B220-6B172F8342AE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19C030F-239A-E019-3002-C5E554905348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63FB22F-E46E-4286-4F77-B97DBD5D583F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C34238B-E6B4-CDCC-1030-5C79E330A8C0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1B2D919B-732A-90BE-257A-300411A32EF4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B2E9D15-361F-2F46-8918-34D5008ABD11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64696A14-D51F-FD57-37EE-9C730CA795C3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4D0C8956-E4CB-0D3E-FE6F-3E37043F5404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A6E93F2D-176C-4121-90A7-9052966722B9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E20006F2-02ED-3468-D7A9-508CCB89C278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12A25A29-0248-4770-1EE7-BD7B5AB15373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B75307AA-4402-50D0-E49A-219EA8D01ED4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990C7FC7-1117-F1CB-FA80-2E6A1CFD9104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943904E7-087E-FBDD-C283-438ECAE10010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14324576-9634-3928-C3B2-E163A00F893D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2BCB4DE5-EAC4-8425-A83C-AE51EE86CEC2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AEDA546F-D911-03DF-B9A5-CE5FF7BA5EA9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6F4C2E4-2309-6314-2752-D3A1D2674D7F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3A36DDE-D41F-69D5-C7F5-F15EFA4F5AA9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244001A2-2E7C-A607-A159-A19F3AB0051C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A32EE05-30AF-A1B4-A286-6BB98E1A0B71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AE7A5B1-BE56-CDB0-1679-C07CDCD40FAB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3AB1E41-08E1-E7D4-AF34-38E281E810DB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CEA2554-2664-9ABA-2878-C6037EDC2FDB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3305E23-9CE2-9173-0744-974EFF84E092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9B04D1D1-A8D3-9A93-0A25-F6C8C6584955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EB47AFAD-5DB9-A8FD-CFBD-E43BB5CF1B80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95B55613-BCBF-F2B3-A91F-1D11A5B846CC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CA89ABB7-A599-DC13-2F78-DCF6293C5D90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D7607759-67C4-5902-150F-EBF4FD5683B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D7BF57C0-4D85-3FC8-3A2E-374C65006445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B44C9299-A2D1-DA05-81C4-BA5BC4CB8A40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3ADB51C-D11E-D7B7-A357-315E4FF28C99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78300EDE-6F07-B76F-7773-036462F68AA3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5056087-CE08-2412-2114-C3EC60DC6EDD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3093DB78-B236-C5F4-DC51-410A2C5EC0CB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8AC1890-0963-54A7-FE1B-A5A72C843D8E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41F56981-B89A-018B-6A96-5EE45ADC49C3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17D6EA70-6074-C1F1-1C3F-3954335625B6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0237F1C2-65AF-61AB-6588-F99F346DF317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A77E10D-08A2-FC97-7996-65973FE25512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B9692A6E-97B3-8FFD-4615-317A27A871B8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7F088ED9-F3D6-4315-BDC3-2A60A9E1200E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4BE2843A-DBE1-9194-72C9-4C516988832E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A37E99D-D65D-F572-C6F9-E3272F116C81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D94C59B4-779D-C58E-3C4C-EC4857256FA3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11F988F-3708-1B87-B36C-78BD45BF5898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6D49347-6920-0E39-36A8-3E8DE39C2D46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E183E9A4-4F44-FB00-29B5-521E453D7B4E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68BE939F-9905-BB34-FBA4-6AFDEFE81AB1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56428C0E-A663-282C-28B3-CE6C9E412087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6C2A574E-FA80-B132-A8C8-5CB5F7C3C616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4B2F3C04-E58C-459D-D92E-3932C6233F7B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A25F7250-3F7D-C6C9-DD61-8EAF4280B677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CBEDDC45-89AF-8D39-B2D6-5D902A5AA688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9B26347-51D5-C79E-8692-441F9C985954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EB99071E-AF97-9636-3BCA-90AC1723F642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7CB93AA-E9C0-14DA-548D-0B9007FBC850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0C8C82E-6EF1-C9ED-B12A-11AEB13B7010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4B337839-9555-ACE9-043A-01BC4352FBFC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430C59DB-D574-88F3-E0F7-F818B1C6DFC8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532AD3FE-238D-2B70-34E6-AB18E12B2BF6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BCC89013-DEAD-4492-1A78-00DAAFAC8B76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81EB389B-14ED-420F-242D-FB14918F60DA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8754165C-D64F-4EDA-58BC-00818E170836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B599CC6F-317F-8BB4-E809-4C4CE68C7ED8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0D942226-B2D6-2E2C-9797-6C0D75152712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D004DF7F-1232-2F02-CBB3-3E804664787C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DD0FAC84-494C-5E70-67CF-29A074E0FBCF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A06E8586-450A-4024-787E-79C5DFE98D09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5F0241B6-5563-5594-7125-64DF23CCD840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D23AC0B0-897A-4B11-5890-5A82EBE860F0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0B819EB8-BC17-D318-A675-FEF551B37765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B2855969-55A2-2127-3C77-E4DC7700B26C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63AC9FA4-CE2D-DE64-040F-854CFD20104F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8E062D89-0A8E-877D-FF6C-911BEE661448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7FBCFAEA-C0E5-B07D-ED68-F8DE3B5D4299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D98880A-B0C7-3F7E-02AE-53F9CF0F4225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F4E0DC48-A39C-8419-57DE-5DEFEA0B3D2E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62ABB53D-4CFE-987F-F808-5FB4580C9CA6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B348D617-616A-416B-0833-1B91133088CF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273ACF71-30B7-025A-2386-DBB1BD876F04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709E6E7B-5CC1-EFA7-57AA-B874D260319E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668EBE87-707E-4B69-2BF7-D916632FFDB4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9D359053-81AD-37B0-5C13-449BCC3EC0BB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A86DF4CA-17A6-6EDA-536B-17AC01D8892E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7819D609-8F61-DE33-7639-D80DFDB8B89B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99E11F00-4037-002C-BE59-7D519F1B3DF6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E33188B8-369F-323D-596E-1F2F53EE630E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1840B26B-EAF0-5971-4349-CA967E04D4F9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7449ED7F-C6F0-19DD-CC63-D3E4D342D45D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66D7942B-4434-E8D3-07AC-F8D8B1B5D6C0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B8C94D2A-E4BE-B847-908C-92F96E04B328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66ADE9FB-2E3F-2B60-635D-4942DFADA8D4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B5857727-3BE1-5B36-DC9D-2BDA820BA4A7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1D435FE7-9C59-3028-F77B-165673181976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CCE4FCB-34EE-3149-6D13-BDD756E19FE0}"/>
              </a:ext>
            </a:extLst>
          </p:cNvPr>
          <p:cNvSpPr/>
          <p:nvPr/>
        </p:nvSpPr>
        <p:spPr>
          <a:xfrm>
            <a:off x="814494" y="4624465"/>
            <a:ext cx="5658214" cy="564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8136CE-E60C-E6A9-130E-07DB9DA8E60A}"/>
              </a:ext>
            </a:extLst>
          </p:cNvPr>
          <p:cNvSpPr/>
          <p:nvPr/>
        </p:nvSpPr>
        <p:spPr>
          <a:xfrm>
            <a:off x="-4905" y="5797530"/>
            <a:ext cx="12196905" cy="81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9ABE34C6-C4D7-79C1-8E72-D17E8F89BC2F}"/>
              </a:ext>
            </a:extLst>
          </p:cNvPr>
          <p:cNvSpPr/>
          <p:nvPr/>
        </p:nvSpPr>
        <p:spPr>
          <a:xfrm>
            <a:off x="1040005" y="671003"/>
            <a:ext cx="10102086" cy="410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just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7746B689-B335-4419-64A8-1A65B128F2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C344B-4092-9804-81E7-C96F70BA2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000997"/>
              </p:ext>
            </p:extLst>
          </p:nvPr>
        </p:nvGraphicFramePr>
        <p:xfrm>
          <a:off x="1290918" y="1305500"/>
          <a:ext cx="9771250" cy="4013843"/>
        </p:xfrm>
        <a:graphic>
          <a:graphicData uri="http://schemas.openxmlformats.org/drawingml/2006/table">
            <a:tbl>
              <a:tblPr/>
              <a:tblGrid>
                <a:gridCol w="2034021">
                  <a:extLst>
                    <a:ext uri="{9D8B030D-6E8A-4147-A177-3AD203B41FA5}">
                      <a16:colId xmlns:a16="http://schemas.microsoft.com/office/drawing/2014/main" val="501101438"/>
                    </a:ext>
                  </a:extLst>
                </a:gridCol>
                <a:gridCol w="2652404">
                  <a:extLst>
                    <a:ext uri="{9D8B030D-6E8A-4147-A177-3AD203B41FA5}">
                      <a16:colId xmlns:a16="http://schemas.microsoft.com/office/drawing/2014/main" val="773207218"/>
                    </a:ext>
                  </a:extLst>
                </a:gridCol>
                <a:gridCol w="5084825">
                  <a:extLst>
                    <a:ext uri="{9D8B030D-6E8A-4147-A177-3AD203B41FA5}">
                      <a16:colId xmlns:a16="http://schemas.microsoft.com/office/drawing/2014/main" val="3454672563"/>
                    </a:ext>
                  </a:extLst>
                </a:gridCol>
              </a:tblGrid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12" marR="63412" marT="31706" marB="317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673296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and interactive UI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707577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Interface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Speech API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input and speech output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864283"/>
                  </a:ext>
                </a:extLst>
              </a:tr>
              <a:tr h="41475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Node.js, Express.js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Server-side runtime and API handling and routing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777645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&amp; Agents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Router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Building and managing AI agents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79954"/>
                  </a:ext>
                </a:extLst>
              </a:tr>
              <a:tr h="5619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Model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 (LLM)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language understanding and generation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70405"/>
                  </a:ext>
                </a:extLst>
              </a:tr>
              <a:tr h="5619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System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delegation and intelligent decision-making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760287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 Database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data and interaction storage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05159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Git, GitHub, Postman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 and API testing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227927"/>
                  </a:ext>
                </a:extLst>
              </a:tr>
              <a:tr h="3211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Vercel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Render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Hosting and deployment</a:t>
                      </a:r>
                    </a:p>
                  </a:txBody>
                  <a:tcPr marL="63412" marR="63412" marT="31706" marB="317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616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365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757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974A29-DA3F-ADF7-C4CA-BE27632B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235">
            <a:extLst>
              <a:ext uri="{FF2B5EF4-FFF2-40B4-BE49-F238E27FC236}">
                <a16:creationId xmlns:a16="http://schemas.microsoft.com/office/drawing/2014/main" id="{7C6199C0-7350-333A-C329-96D92E03778F}"/>
              </a:ext>
            </a:extLst>
          </p:cNvPr>
          <p:cNvGrpSpPr/>
          <p:nvPr/>
        </p:nvGrpSpPr>
        <p:grpSpPr>
          <a:xfrm>
            <a:off x="10319546" y="61137"/>
            <a:ext cx="1813078" cy="1709844"/>
            <a:chOff x="4301836" y="1542184"/>
            <a:chExt cx="4242954" cy="4001365"/>
          </a:xfrm>
          <a:solidFill>
            <a:srgbClr val="E7E9DE"/>
          </a:solidFill>
        </p:grpSpPr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6AE6B3D4-C009-49A4-6ADE-ADDD7A6E4E75}"/>
                </a:ext>
              </a:extLst>
            </p:cNvPr>
            <p:cNvSpPr/>
            <p:nvPr/>
          </p:nvSpPr>
          <p:spPr>
            <a:xfrm>
              <a:off x="4301836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95AB0906-8471-BA97-EF9C-DA0F17D5CFE0}"/>
                </a:ext>
              </a:extLst>
            </p:cNvPr>
            <p:cNvSpPr/>
            <p:nvPr/>
          </p:nvSpPr>
          <p:spPr>
            <a:xfrm>
              <a:off x="459104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B49306A8-4479-9AB5-6C75-1038C3585B8E}"/>
                </a:ext>
              </a:extLst>
            </p:cNvPr>
            <p:cNvSpPr/>
            <p:nvPr/>
          </p:nvSpPr>
          <p:spPr>
            <a:xfrm>
              <a:off x="488112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4B6BC0C4-FCFE-687D-3A5D-FB99EC41563E}"/>
                </a:ext>
              </a:extLst>
            </p:cNvPr>
            <p:cNvSpPr/>
            <p:nvPr/>
          </p:nvSpPr>
          <p:spPr>
            <a:xfrm>
              <a:off x="5171209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13E67BAC-8416-CF20-B1B5-8C639B064156}"/>
                </a:ext>
              </a:extLst>
            </p:cNvPr>
            <p:cNvSpPr/>
            <p:nvPr/>
          </p:nvSpPr>
          <p:spPr>
            <a:xfrm>
              <a:off x="546042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17BF4969-44F3-A5F2-52D5-266BFCFF0AC4}"/>
                </a:ext>
              </a:extLst>
            </p:cNvPr>
            <p:cNvSpPr/>
            <p:nvPr/>
          </p:nvSpPr>
          <p:spPr>
            <a:xfrm>
              <a:off x="5750502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16B4015C-0B9F-202F-5B3F-856A66DA4EBA}"/>
                </a:ext>
              </a:extLst>
            </p:cNvPr>
            <p:cNvSpPr/>
            <p:nvPr/>
          </p:nvSpPr>
          <p:spPr>
            <a:xfrm>
              <a:off x="603971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8EA1446B-8C29-AD81-B351-11CE934AF5C9}"/>
                </a:ext>
              </a:extLst>
            </p:cNvPr>
            <p:cNvSpPr/>
            <p:nvPr/>
          </p:nvSpPr>
          <p:spPr>
            <a:xfrm>
              <a:off x="632979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EDE11EA4-9690-34CC-8703-ACC73116E1C1}"/>
                </a:ext>
              </a:extLst>
            </p:cNvPr>
            <p:cNvSpPr/>
            <p:nvPr/>
          </p:nvSpPr>
          <p:spPr>
            <a:xfrm>
              <a:off x="6619875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1EF9F05A-30BD-AFFC-F26A-1745968E9711}"/>
                </a:ext>
              </a:extLst>
            </p:cNvPr>
            <p:cNvSpPr/>
            <p:nvPr/>
          </p:nvSpPr>
          <p:spPr>
            <a:xfrm>
              <a:off x="690908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60CD5D1A-84F9-148B-FE6F-5EE8C543D2F2}"/>
                </a:ext>
              </a:extLst>
            </p:cNvPr>
            <p:cNvSpPr/>
            <p:nvPr/>
          </p:nvSpPr>
          <p:spPr>
            <a:xfrm>
              <a:off x="7199168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E17AAAAF-211A-629C-75E3-4CB110A9F18E}"/>
                </a:ext>
              </a:extLst>
            </p:cNvPr>
            <p:cNvSpPr/>
            <p:nvPr/>
          </p:nvSpPr>
          <p:spPr>
            <a:xfrm>
              <a:off x="7489247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BF112B28-56C4-A92B-AA7A-6B583487AD09}"/>
                </a:ext>
              </a:extLst>
            </p:cNvPr>
            <p:cNvSpPr/>
            <p:nvPr/>
          </p:nvSpPr>
          <p:spPr>
            <a:xfrm>
              <a:off x="777846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CA4899DA-2492-349A-5C54-53C0F450F861}"/>
                </a:ext>
              </a:extLst>
            </p:cNvPr>
            <p:cNvSpPr/>
            <p:nvPr/>
          </p:nvSpPr>
          <p:spPr>
            <a:xfrm>
              <a:off x="8068541" y="1542184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94C37C1F-5C42-9254-9D8C-0FB8D5801238}"/>
                </a:ext>
              </a:extLst>
            </p:cNvPr>
            <p:cNvSpPr/>
            <p:nvPr/>
          </p:nvSpPr>
          <p:spPr>
            <a:xfrm>
              <a:off x="8357754" y="1542184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FD05550B-67F0-7684-5725-0E9CF14FAC8C}"/>
                </a:ext>
              </a:extLst>
            </p:cNvPr>
            <p:cNvSpPr/>
            <p:nvPr/>
          </p:nvSpPr>
          <p:spPr>
            <a:xfrm>
              <a:off x="459104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DBC29A3F-1B7D-0869-0034-3F20D24D3064}"/>
                </a:ext>
              </a:extLst>
            </p:cNvPr>
            <p:cNvSpPr/>
            <p:nvPr/>
          </p:nvSpPr>
          <p:spPr>
            <a:xfrm>
              <a:off x="488112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9E8CDFD3-F631-0BCB-8C39-C1070B5868AC}"/>
                </a:ext>
              </a:extLst>
            </p:cNvPr>
            <p:cNvSpPr/>
            <p:nvPr/>
          </p:nvSpPr>
          <p:spPr>
            <a:xfrm>
              <a:off x="5171209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F7ADDCBA-80DA-4A90-F66B-FE4017CED351}"/>
                </a:ext>
              </a:extLst>
            </p:cNvPr>
            <p:cNvSpPr/>
            <p:nvPr/>
          </p:nvSpPr>
          <p:spPr>
            <a:xfrm>
              <a:off x="546042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69"/>
                    <a:pt x="41869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3C5766E8-A61B-3338-6805-C395EAB0BC1C}"/>
                </a:ext>
              </a:extLst>
            </p:cNvPr>
            <p:cNvSpPr/>
            <p:nvPr/>
          </p:nvSpPr>
          <p:spPr>
            <a:xfrm>
              <a:off x="5750502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0B6D0AC4-B277-2EB7-40DB-486DE792B626}"/>
                </a:ext>
              </a:extLst>
            </p:cNvPr>
            <p:cNvSpPr/>
            <p:nvPr/>
          </p:nvSpPr>
          <p:spPr>
            <a:xfrm>
              <a:off x="603971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60D88CF3-520E-A6F1-61ED-249EF8020408}"/>
                </a:ext>
              </a:extLst>
            </p:cNvPr>
            <p:cNvSpPr/>
            <p:nvPr/>
          </p:nvSpPr>
          <p:spPr>
            <a:xfrm>
              <a:off x="632979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4657AEAA-1118-BB92-CED6-3CA305E86D0F}"/>
                </a:ext>
              </a:extLst>
            </p:cNvPr>
            <p:cNvSpPr/>
            <p:nvPr/>
          </p:nvSpPr>
          <p:spPr>
            <a:xfrm>
              <a:off x="6619875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C82A9C3C-C5C2-2532-606F-8EE0DBA2788C}"/>
                </a:ext>
              </a:extLst>
            </p:cNvPr>
            <p:cNvSpPr/>
            <p:nvPr/>
          </p:nvSpPr>
          <p:spPr>
            <a:xfrm>
              <a:off x="690908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31060DBE-04B2-4FEC-0979-A377D9589C29}"/>
                </a:ext>
              </a:extLst>
            </p:cNvPr>
            <p:cNvSpPr/>
            <p:nvPr/>
          </p:nvSpPr>
          <p:spPr>
            <a:xfrm>
              <a:off x="7199168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DD4A6781-0EF9-7938-D753-BB8EE4F8A862}"/>
                </a:ext>
              </a:extLst>
            </p:cNvPr>
            <p:cNvSpPr/>
            <p:nvPr/>
          </p:nvSpPr>
          <p:spPr>
            <a:xfrm>
              <a:off x="7489247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13DA7BBE-2BFE-3BAD-04A1-FE2D0B644933}"/>
                </a:ext>
              </a:extLst>
            </p:cNvPr>
            <p:cNvSpPr/>
            <p:nvPr/>
          </p:nvSpPr>
          <p:spPr>
            <a:xfrm>
              <a:off x="777846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A44786BD-BCEC-17AD-31EE-4AABB6325F29}"/>
                </a:ext>
              </a:extLst>
            </p:cNvPr>
            <p:cNvSpPr/>
            <p:nvPr/>
          </p:nvSpPr>
          <p:spPr>
            <a:xfrm>
              <a:off x="8068541" y="181494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9" y="0"/>
                  </a:cubicBezTo>
                  <a:cubicBezTo>
                    <a:pt x="145167" y="0"/>
                    <a:pt x="187037" y="41869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62B78DD8-E84D-20D5-E19C-061974FC1E45}"/>
                </a:ext>
              </a:extLst>
            </p:cNvPr>
            <p:cNvSpPr/>
            <p:nvPr/>
          </p:nvSpPr>
          <p:spPr>
            <a:xfrm>
              <a:off x="8357754" y="181494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69"/>
                    <a:pt x="41870" y="0"/>
                    <a:pt x="93518" y="0"/>
                  </a:cubicBezTo>
                  <a:cubicBezTo>
                    <a:pt x="145167" y="0"/>
                    <a:pt x="187036" y="41869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9BC96E19-0F40-F6B3-B394-D5F160719FAC}"/>
                </a:ext>
              </a:extLst>
            </p:cNvPr>
            <p:cNvSpPr/>
            <p:nvPr/>
          </p:nvSpPr>
          <p:spPr>
            <a:xfrm>
              <a:off x="488112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29BEECD7-44B3-7381-A0B6-A449529903A5}"/>
                </a:ext>
              </a:extLst>
            </p:cNvPr>
            <p:cNvSpPr/>
            <p:nvPr/>
          </p:nvSpPr>
          <p:spPr>
            <a:xfrm>
              <a:off x="5171209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08FD7F62-05E2-FD12-8644-6A6729944868}"/>
                </a:ext>
              </a:extLst>
            </p:cNvPr>
            <p:cNvSpPr/>
            <p:nvPr/>
          </p:nvSpPr>
          <p:spPr>
            <a:xfrm>
              <a:off x="546042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53E3710D-6205-54CC-07D6-B2C1FFF4734B}"/>
                </a:ext>
              </a:extLst>
            </p:cNvPr>
            <p:cNvSpPr/>
            <p:nvPr/>
          </p:nvSpPr>
          <p:spPr>
            <a:xfrm>
              <a:off x="5750502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1B80C728-89C9-0C46-B2B9-323D125B67B9}"/>
                </a:ext>
              </a:extLst>
            </p:cNvPr>
            <p:cNvSpPr/>
            <p:nvPr/>
          </p:nvSpPr>
          <p:spPr>
            <a:xfrm>
              <a:off x="603971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9EE07371-7D0E-E5D5-5778-C76372D5F74C}"/>
                </a:ext>
              </a:extLst>
            </p:cNvPr>
            <p:cNvSpPr/>
            <p:nvPr/>
          </p:nvSpPr>
          <p:spPr>
            <a:xfrm>
              <a:off x="632979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DDBC68D5-AD9E-7E5E-CA95-629616B7B4CE}"/>
                </a:ext>
              </a:extLst>
            </p:cNvPr>
            <p:cNvSpPr/>
            <p:nvPr/>
          </p:nvSpPr>
          <p:spPr>
            <a:xfrm>
              <a:off x="6619875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79ADA5C0-6F33-3F19-400F-96CBB076BF12}"/>
                </a:ext>
              </a:extLst>
            </p:cNvPr>
            <p:cNvSpPr/>
            <p:nvPr/>
          </p:nvSpPr>
          <p:spPr>
            <a:xfrm>
              <a:off x="690908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77BA186C-A6A5-9471-1651-35AB949BE0DF}"/>
                </a:ext>
              </a:extLst>
            </p:cNvPr>
            <p:cNvSpPr/>
            <p:nvPr/>
          </p:nvSpPr>
          <p:spPr>
            <a:xfrm>
              <a:off x="7199168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D9E36621-8B6D-9E89-F7A9-A09DBFDDBF66}"/>
                </a:ext>
              </a:extLst>
            </p:cNvPr>
            <p:cNvSpPr/>
            <p:nvPr/>
          </p:nvSpPr>
          <p:spPr>
            <a:xfrm>
              <a:off x="7489247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4591CEC4-43B1-52F0-EDBE-A9EF06D08F2E}"/>
                </a:ext>
              </a:extLst>
            </p:cNvPr>
            <p:cNvSpPr/>
            <p:nvPr/>
          </p:nvSpPr>
          <p:spPr>
            <a:xfrm>
              <a:off x="777846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49056893-5507-9F1E-36FF-EDB5DF28CC65}"/>
                </a:ext>
              </a:extLst>
            </p:cNvPr>
            <p:cNvSpPr/>
            <p:nvPr/>
          </p:nvSpPr>
          <p:spPr>
            <a:xfrm>
              <a:off x="8068541" y="208684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3889EC38-886C-C7D3-0CC6-7E5FD2611EF3}"/>
                </a:ext>
              </a:extLst>
            </p:cNvPr>
            <p:cNvSpPr/>
            <p:nvPr/>
          </p:nvSpPr>
          <p:spPr>
            <a:xfrm>
              <a:off x="8357754" y="208684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97A53E23-78ED-8E56-3323-AEE813FF3539}"/>
                </a:ext>
              </a:extLst>
            </p:cNvPr>
            <p:cNvSpPr/>
            <p:nvPr/>
          </p:nvSpPr>
          <p:spPr>
            <a:xfrm>
              <a:off x="5171209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21C8D3A8-87CF-9E20-2F4D-7A318D724E74}"/>
                </a:ext>
              </a:extLst>
            </p:cNvPr>
            <p:cNvSpPr/>
            <p:nvPr/>
          </p:nvSpPr>
          <p:spPr>
            <a:xfrm>
              <a:off x="546042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DA6824A-E0EE-820C-0CD5-A609F2C5633B}"/>
                </a:ext>
              </a:extLst>
            </p:cNvPr>
            <p:cNvSpPr/>
            <p:nvPr/>
          </p:nvSpPr>
          <p:spPr>
            <a:xfrm>
              <a:off x="5750502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EA7E7EA4-C06C-3D33-8212-46640F622152}"/>
                </a:ext>
              </a:extLst>
            </p:cNvPr>
            <p:cNvSpPr/>
            <p:nvPr/>
          </p:nvSpPr>
          <p:spPr>
            <a:xfrm>
              <a:off x="603971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76146377-2EF6-EB93-C2C5-124C83647BA4}"/>
                </a:ext>
              </a:extLst>
            </p:cNvPr>
            <p:cNvSpPr/>
            <p:nvPr/>
          </p:nvSpPr>
          <p:spPr>
            <a:xfrm>
              <a:off x="632979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54FAEB72-C74D-353E-0071-47121E68A79B}"/>
                </a:ext>
              </a:extLst>
            </p:cNvPr>
            <p:cNvSpPr/>
            <p:nvPr/>
          </p:nvSpPr>
          <p:spPr>
            <a:xfrm>
              <a:off x="6619875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B483B63E-13E7-22C8-99D5-452884AA5907}"/>
                </a:ext>
              </a:extLst>
            </p:cNvPr>
            <p:cNvSpPr/>
            <p:nvPr/>
          </p:nvSpPr>
          <p:spPr>
            <a:xfrm>
              <a:off x="690908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E606449C-50A1-2F88-BDAC-E9098CFD5D88}"/>
                </a:ext>
              </a:extLst>
            </p:cNvPr>
            <p:cNvSpPr/>
            <p:nvPr/>
          </p:nvSpPr>
          <p:spPr>
            <a:xfrm>
              <a:off x="7199168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0218FB12-7F3F-49C4-E789-B00E0D297524}"/>
                </a:ext>
              </a:extLst>
            </p:cNvPr>
            <p:cNvSpPr/>
            <p:nvPr/>
          </p:nvSpPr>
          <p:spPr>
            <a:xfrm>
              <a:off x="7489247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D22921BC-8D71-AC91-F7C4-CEAB4C422D10}"/>
                </a:ext>
              </a:extLst>
            </p:cNvPr>
            <p:cNvSpPr/>
            <p:nvPr/>
          </p:nvSpPr>
          <p:spPr>
            <a:xfrm>
              <a:off x="777846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B9D9EF7B-83DA-C177-C477-B64036BF05F1}"/>
                </a:ext>
              </a:extLst>
            </p:cNvPr>
            <p:cNvSpPr/>
            <p:nvPr/>
          </p:nvSpPr>
          <p:spPr>
            <a:xfrm>
              <a:off x="8068541" y="2359602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5C631F2F-3F0B-A175-1C87-1D75B94293ED}"/>
                </a:ext>
              </a:extLst>
            </p:cNvPr>
            <p:cNvSpPr/>
            <p:nvPr/>
          </p:nvSpPr>
          <p:spPr>
            <a:xfrm>
              <a:off x="8357754" y="2359602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28686EC7-70F1-2624-D40D-34119C11B7F0}"/>
                </a:ext>
              </a:extLst>
            </p:cNvPr>
            <p:cNvSpPr/>
            <p:nvPr/>
          </p:nvSpPr>
          <p:spPr>
            <a:xfrm>
              <a:off x="546042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69" y="187036"/>
                    <a:pt x="0" y="145167"/>
                    <a:pt x="0" y="93518"/>
                  </a:cubicBezTo>
                  <a:cubicBezTo>
                    <a:pt x="0" y="41870"/>
                    <a:pt x="41869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48DB1D36-94C7-A8CF-3481-F036BFB99DED}"/>
                </a:ext>
              </a:extLst>
            </p:cNvPr>
            <p:cNvSpPr/>
            <p:nvPr/>
          </p:nvSpPr>
          <p:spPr>
            <a:xfrm>
              <a:off x="5750502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97E016A8-5DEB-9A9C-3C4A-2D9BE7C72B0F}"/>
                </a:ext>
              </a:extLst>
            </p:cNvPr>
            <p:cNvSpPr/>
            <p:nvPr/>
          </p:nvSpPr>
          <p:spPr>
            <a:xfrm>
              <a:off x="603971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6A508B83-E98A-7854-9745-89A39F3370D6}"/>
                </a:ext>
              </a:extLst>
            </p:cNvPr>
            <p:cNvSpPr/>
            <p:nvPr/>
          </p:nvSpPr>
          <p:spPr>
            <a:xfrm>
              <a:off x="632979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6F44BB54-F677-6359-4739-E334EDF5381C}"/>
                </a:ext>
              </a:extLst>
            </p:cNvPr>
            <p:cNvSpPr/>
            <p:nvPr/>
          </p:nvSpPr>
          <p:spPr>
            <a:xfrm>
              <a:off x="6619875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78540717-337D-61BB-8466-0D4C333EB0C4}"/>
                </a:ext>
              </a:extLst>
            </p:cNvPr>
            <p:cNvSpPr/>
            <p:nvPr/>
          </p:nvSpPr>
          <p:spPr>
            <a:xfrm>
              <a:off x="690908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D67D2DFC-B9C9-5C49-7804-E009BFC2FA06}"/>
                </a:ext>
              </a:extLst>
            </p:cNvPr>
            <p:cNvSpPr/>
            <p:nvPr/>
          </p:nvSpPr>
          <p:spPr>
            <a:xfrm>
              <a:off x="7199168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769BDAAD-C259-9AED-C872-BDE537937A19}"/>
                </a:ext>
              </a:extLst>
            </p:cNvPr>
            <p:cNvSpPr/>
            <p:nvPr/>
          </p:nvSpPr>
          <p:spPr>
            <a:xfrm>
              <a:off x="7489247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92391B1C-4229-A044-CFE0-49B63286BFF2}"/>
                </a:ext>
              </a:extLst>
            </p:cNvPr>
            <p:cNvSpPr/>
            <p:nvPr/>
          </p:nvSpPr>
          <p:spPr>
            <a:xfrm>
              <a:off x="777846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8CD3E019-DF97-BC1D-86DE-2BC79EBE2A76}"/>
                </a:ext>
              </a:extLst>
            </p:cNvPr>
            <p:cNvSpPr/>
            <p:nvPr/>
          </p:nvSpPr>
          <p:spPr>
            <a:xfrm>
              <a:off x="8068541" y="2632363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1B782E61-D97C-FB64-1053-964AF3CE92E1}"/>
                </a:ext>
              </a:extLst>
            </p:cNvPr>
            <p:cNvSpPr/>
            <p:nvPr/>
          </p:nvSpPr>
          <p:spPr>
            <a:xfrm>
              <a:off x="8357754" y="263236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7052B387-D0A8-C89A-C8DE-567BB2F9FF59}"/>
                </a:ext>
              </a:extLst>
            </p:cNvPr>
            <p:cNvSpPr/>
            <p:nvPr/>
          </p:nvSpPr>
          <p:spPr>
            <a:xfrm>
              <a:off x="5750502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A4216C73-A289-1637-DD78-E61AD2DF2835}"/>
                </a:ext>
              </a:extLst>
            </p:cNvPr>
            <p:cNvSpPr/>
            <p:nvPr/>
          </p:nvSpPr>
          <p:spPr>
            <a:xfrm>
              <a:off x="603971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B25521A8-1A8F-8A9A-F131-7FD3D92FB4F3}"/>
                </a:ext>
              </a:extLst>
            </p:cNvPr>
            <p:cNvSpPr/>
            <p:nvPr/>
          </p:nvSpPr>
          <p:spPr>
            <a:xfrm>
              <a:off x="632979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EEE57A03-E4D4-AA82-87D1-70C242A3B55D}"/>
                </a:ext>
              </a:extLst>
            </p:cNvPr>
            <p:cNvSpPr/>
            <p:nvPr/>
          </p:nvSpPr>
          <p:spPr>
            <a:xfrm>
              <a:off x="6619875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B1818AD8-2376-D8A3-2EFA-85781BEA7E16}"/>
                </a:ext>
              </a:extLst>
            </p:cNvPr>
            <p:cNvSpPr/>
            <p:nvPr/>
          </p:nvSpPr>
          <p:spPr>
            <a:xfrm>
              <a:off x="690908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0CA9F585-005F-CACB-50C1-7DAC8757081C}"/>
                </a:ext>
              </a:extLst>
            </p:cNvPr>
            <p:cNvSpPr/>
            <p:nvPr/>
          </p:nvSpPr>
          <p:spPr>
            <a:xfrm>
              <a:off x="7199168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44B46989-79EA-97E5-4BAA-90DA36C3594B}"/>
                </a:ext>
              </a:extLst>
            </p:cNvPr>
            <p:cNvSpPr/>
            <p:nvPr/>
          </p:nvSpPr>
          <p:spPr>
            <a:xfrm>
              <a:off x="7489247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C630CF39-0DE6-9842-B871-FD54052E60CD}"/>
                </a:ext>
              </a:extLst>
            </p:cNvPr>
            <p:cNvSpPr/>
            <p:nvPr/>
          </p:nvSpPr>
          <p:spPr>
            <a:xfrm>
              <a:off x="777846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AFD62814-8841-E61A-AE24-65F36B84D4ED}"/>
                </a:ext>
              </a:extLst>
            </p:cNvPr>
            <p:cNvSpPr/>
            <p:nvPr/>
          </p:nvSpPr>
          <p:spPr>
            <a:xfrm>
              <a:off x="8068541" y="2904259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DD4CD568-D3C0-16F3-3842-CB05C468FAD0}"/>
                </a:ext>
              </a:extLst>
            </p:cNvPr>
            <p:cNvSpPr/>
            <p:nvPr/>
          </p:nvSpPr>
          <p:spPr>
            <a:xfrm>
              <a:off x="8357754" y="2904259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301B1F92-DEE8-1144-5090-F827AF882C14}"/>
                </a:ext>
              </a:extLst>
            </p:cNvPr>
            <p:cNvSpPr/>
            <p:nvPr/>
          </p:nvSpPr>
          <p:spPr>
            <a:xfrm>
              <a:off x="603971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CCBC098A-9926-29A9-0155-43F3A0C7B96A}"/>
                </a:ext>
              </a:extLst>
            </p:cNvPr>
            <p:cNvSpPr/>
            <p:nvPr/>
          </p:nvSpPr>
          <p:spPr>
            <a:xfrm>
              <a:off x="632979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86AD9669-6A5A-2B79-F68A-DF2A5D5F7DDD}"/>
                </a:ext>
              </a:extLst>
            </p:cNvPr>
            <p:cNvSpPr/>
            <p:nvPr/>
          </p:nvSpPr>
          <p:spPr>
            <a:xfrm>
              <a:off x="6619875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50DCD269-3CC2-0B33-D624-AA49E1B165CA}"/>
                </a:ext>
              </a:extLst>
            </p:cNvPr>
            <p:cNvSpPr/>
            <p:nvPr/>
          </p:nvSpPr>
          <p:spPr>
            <a:xfrm>
              <a:off x="690908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CF638A96-5C68-674A-1828-7EAE4EA5C0DE}"/>
                </a:ext>
              </a:extLst>
            </p:cNvPr>
            <p:cNvSpPr/>
            <p:nvPr/>
          </p:nvSpPr>
          <p:spPr>
            <a:xfrm>
              <a:off x="7199168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90CD1291-04E0-C091-8B8D-5E61351D9ED4}"/>
                </a:ext>
              </a:extLst>
            </p:cNvPr>
            <p:cNvSpPr/>
            <p:nvPr/>
          </p:nvSpPr>
          <p:spPr>
            <a:xfrm>
              <a:off x="7489247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25719CAE-FC69-D8A5-ABC3-62A84BFB0B48}"/>
                </a:ext>
              </a:extLst>
            </p:cNvPr>
            <p:cNvSpPr/>
            <p:nvPr/>
          </p:nvSpPr>
          <p:spPr>
            <a:xfrm>
              <a:off x="777846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4DE0BF54-1825-37BA-87E3-0101C2523978}"/>
                </a:ext>
              </a:extLst>
            </p:cNvPr>
            <p:cNvSpPr/>
            <p:nvPr/>
          </p:nvSpPr>
          <p:spPr>
            <a:xfrm>
              <a:off x="8068541" y="317702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88004EFA-28A9-1447-718B-151867994D35}"/>
                </a:ext>
              </a:extLst>
            </p:cNvPr>
            <p:cNvSpPr/>
            <p:nvPr/>
          </p:nvSpPr>
          <p:spPr>
            <a:xfrm>
              <a:off x="8357754" y="317702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CF0B76C2-20D6-31CF-93B2-53FCECF94DCA}"/>
                </a:ext>
              </a:extLst>
            </p:cNvPr>
            <p:cNvSpPr/>
            <p:nvPr/>
          </p:nvSpPr>
          <p:spPr>
            <a:xfrm>
              <a:off x="632979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6F23D02B-D4E3-FF1B-B9C0-258DB69E0F3C}"/>
                </a:ext>
              </a:extLst>
            </p:cNvPr>
            <p:cNvSpPr/>
            <p:nvPr/>
          </p:nvSpPr>
          <p:spPr>
            <a:xfrm>
              <a:off x="6619875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3C76304B-81DE-EA8C-9E88-D652755679C4}"/>
                </a:ext>
              </a:extLst>
            </p:cNvPr>
            <p:cNvSpPr/>
            <p:nvPr/>
          </p:nvSpPr>
          <p:spPr>
            <a:xfrm>
              <a:off x="690908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2C3ED704-1250-6D2D-660A-9EF150B41041}"/>
                </a:ext>
              </a:extLst>
            </p:cNvPr>
            <p:cNvSpPr/>
            <p:nvPr/>
          </p:nvSpPr>
          <p:spPr>
            <a:xfrm>
              <a:off x="7199168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7A6D5F7E-61A6-4E6E-666F-F4E8F7E40197}"/>
                </a:ext>
              </a:extLst>
            </p:cNvPr>
            <p:cNvSpPr/>
            <p:nvPr/>
          </p:nvSpPr>
          <p:spPr>
            <a:xfrm>
              <a:off x="7489247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1E5DC440-2299-6FDC-EBF9-1BE380620FD8}"/>
                </a:ext>
              </a:extLst>
            </p:cNvPr>
            <p:cNvSpPr/>
            <p:nvPr/>
          </p:nvSpPr>
          <p:spPr>
            <a:xfrm>
              <a:off x="777846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69DFF316-7443-F539-1D4D-E71D07E20DE2}"/>
                </a:ext>
              </a:extLst>
            </p:cNvPr>
            <p:cNvSpPr/>
            <p:nvPr/>
          </p:nvSpPr>
          <p:spPr>
            <a:xfrm>
              <a:off x="8068541" y="3449781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BCE55FAF-D37C-53C7-BE7B-5E9269D5DA92}"/>
                </a:ext>
              </a:extLst>
            </p:cNvPr>
            <p:cNvSpPr/>
            <p:nvPr/>
          </p:nvSpPr>
          <p:spPr>
            <a:xfrm>
              <a:off x="8357754" y="3449781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7E0F5554-9E14-4264-6F0E-E2423FF070FA}"/>
                </a:ext>
              </a:extLst>
            </p:cNvPr>
            <p:cNvSpPr/>
            <p:nvPr/>
          </p:nvSpPr>
          <p:spPr>
            <a:xfrm>
              <a:off x="6619875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53C57555-D22B-544E-D8C3-032A37BD78E4}"/>
                </a:ext>
              </a:extLst>
            </p:cNvPr>
            <p:cNvSpPr/>
            <p:nvPr/>
          </p:nvSpPr>
          <p:spPr>
            <a:xfrm>
              <a:off x="690908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8648EB53-8B17-F097-2E55-885D5B188CE8}"/>
                </a:ext>
              </a:extLst>
            </p:cNvPr>
            <p:cNvSpPr/>
            <p:nvPr/>
          </p:nvSpPr>
          <p:spPr>
            <a:xfrm>
              <a:off x="7199168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3151C22B-E0EF-ABF6-420A-77BF863B6A92}"/>
                </a:ext>
              </a:extLst>
            </p:cNvPr>
            <p:cNvSpPr/>
            <p:nvPr/>
          </p:nvSpPr>
          <p:spPr>
            <a:xfrm>
              <a:off x="7489247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85AE2CCF-4680-79B2-9151-CADFCC357A3C}"/>
                </a:ext>
              </a:extLst>
            </p:cNvPr>
            <p:cNvSpPr/>
            <p:nvPr/>
          </p:nvSpPr>
          <p:spPr>
            <a:xfrm>
              <a:off x="777846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EEC7E60B-CF7A-ADA4-E868-38D54B107152}"/>
                </a:ext>
              </a:extLst>
            </p:cNvPr>
            <p:cNvSpPr/>
            <p:nvPr/>
          </p:nvSpPr>
          <p:spPr>
            <a:xfrm>
              <a:off x="8068541" y="3721677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8194A8EE-77CE-BD9C-4E65-F09C683F65BE}"/>
                </a:ext>
              </a:extLst>
            </p:cNvPr>
            <p:cNvSpPr/>
            <p:nvPr/>
          </p:nvSpPr>
          <p:spPr>
            <a:xfrm>
              <a:off x="8357754" y="3721677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43AAD094-BFBD-787D-9FC2-E48411799545}"/>
                </a:ext>
              </a:extLst>
            </p:cNvPr>
            <p:cNvSpPr/>
            <p:nvPr/>
          </p:nvSpPr>
          <p:spPr>
            <a:xfrm>
              <a:off x="690908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AA4BEBFD-7552-CA4A-9652-A5417B0F6BB6}"/>
                </a:ext>
              </a:extLst>
            </p:cNvPr>
            <p:cNvSpPr/>
            <p:nvPr/>
          </p:nvSpPr>
          <p:spPr>
            <a:xfrm>
              <a:off x="7199168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40778DA1-1F9C-E62A-4B37-206A8F3E33EB}"/>
                </a:ext>
              </a:extLst>
            </p:cNvPr>
            <p:cNvSpPr/>
            <p:nvPr/>
          </p:nvSpPr>
          <p:spPr>
            <a:xfrm>
              <a:off x="7489247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AED662F1-39E6-9457-4888-F28B45E57C17}"/>
                </a:ext>
              </a:extLst>
            </p:cNvPr>
            <p:cNvSpPr/>
            <p:nvPr/>
          </p:nvSpPr>
          <p:spPr>
            <a:xfrm>
              <a:off x="777846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2870CCF9-5BB8-44AB-DC41-6B1458F40E2E}"/>
                </a:ext>
              </a:extLst>
            </p:cNvPr>
            <p:cNvSpPr/>
            <p:nvPr/>
          </p:nvSpPr>
          <p:spPr>
            <a:xfrm>
              <a:off x="8068541" y="399443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B3B05434-0097-1448-9E33-DB819E8B5393}"/>
                </a:ext>
              </a:extLst>
            </p:cNvPr>
            <p:cNvSpPr/>
            <p:nvPr/>
          </p:nvSpPr>
          <p:spPr>
            <a:xfrm>
              <a:off x="8357754" y="399443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15139F59-BD9F-5001-7088-D1F497BE363F}"/>
                </a:ext>
              </a:extLst>
            </p:cNvPr>
            <p:cNvSpPr/>
            <p:nvPr/>
          </p:nvSpPr>
          <p:spPr>
            <a:xfrm>
              <a:off x="7199168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FA41D73C-C93A-A06F-66B2-AA1848AA931F}"/>
                </a:ext>
              </a:extLst>
            </p:cNvPr>
            <p:cNvSpPr/>
            <p:nvPr/>
          </p:nvSpPr>
          <p:spPr>
            <a:xfrm>
              <a:off x="7489247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2E4C336D-910A-FCCD-0588-0B71A3B14737}"/>
                </a:ext>
              </a:extLst>
            </p:cNvPr>
            <p:cNvSpPr/>
            <p:nvPr/>
          </p:nvSpPr>
          <p:spPr>
            <a:xfrm>
              <a:off x="777846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103AC243-E9BE-1386-E0B1-F7FD8F618DA2}"/>
                </a:ext>
              </a:extLst>
            </p:cNvPr>
            <p:cNvSpPr/>
            <p:nvPr/>
          </p:nvSpPr>
          <p:spPr>
            <a:xfrm>
              <a:off x="8068541" y="4267200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7 h 187036"/>
                <a:gd name="connsiteX2" fmla="*/ 0 w 187036"/>
                <a:gd name="connsiteY2" fmla="*/ 93519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7"/>
                    <a:pt x="93519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D218F222-61AB-A672-C304-50E406055180}"/>
                </a:ext>
              </a:extLst>
            </p:cNvPr>
            <p:cNvSpPr/>
            <p:nvPr/>
          </p:nvSpPr>
          <p:spPr>
            <a:xfrm>
              <a:off x="8357754" y="4267200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7 h 187036"/>
                <a:gd name="connsiteX2" fmla="*/ 0 w 187036"/>
                <a:gd name="connsiteY2" fmla="*/ 93519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7"/>
                    <a:pt x="93518" y="187037"/>
                  </a:cubicBezTo>
                  <a:cubicBezTo>
                    <a:pt x="41870" y="187037"/>
                    <a:pt x="0" y="145167"/>
                    <a:pt x="0" y="93519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CB7D46B1-E68B-7906-3EA5-C7052A5DEFDD}"/>
                </a:ext>
              </a:extLst>
            </p:cNvPr>
            <p:cNvSpPr/>
            <p:nvPr/>
          </p:nvSpPr>
          <p:spPr>
            <a:xfrm>
              <a:off x="7489247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9513D5A6-336E-9965-0482-02877A98F923}"/>
                </a:ext>
              </a:extLst>
            </p:cNvPr>
            <p:cNvSpPr/>
            <p:nvPr/>
          </p:nvSpPr>
          <p:spPr>
            <a:xfrm>
              <a:off x="777846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B6E671F9-9FDD-36B2-E5ED-896544B87065}"/>
                </a:ext>
              </a:extLst>
            </p:cNvPr>
            <p:cNvSpPr/>
            <p:nvPr/>
          </p:nvSpPr>
          <p:spPr>
            <a:xfrm>
              <a:off x="8068541" y="4539095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81AB5E22-45A9-F597-0CA7-F6550C1DC6D4}"/>
                </a:ext>
              </a:extLst>
            </p:cNvPr>
            <p:cNvSpPr/>
            <p:nvPr/>
          </p:nvSpPr>
          <p:spPr>
            <a:xfrm>
              <a:off x="8357754" y="4539095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D00B5876-597C-E80C-F8E0-36B5E77A3507}"/>
                </a:ext>
              </a:extLst>
            </p:cNvPr>
            <p:cNvSpPr/>
            <p:nvPr/>
          </p:nvSpPr>
          <p:spPr>
            <a:xfrm>
              <a:off x="777846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887E0B72-6B1B-249E-A1CB-99550A9D9D00}"/>
                </a:ext>
              </a:extLst>
            </p:cNvPr>
            <p:cNvSpPr/>
            <p:nvPr/>
          </p:nvSpPr>
          <p:spPr>
            <a:xfrm>
              <a:off x="8068541" y="4811856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91871F59-0E26-A018-81C1-786ED3BE5DF6}"/>
                </a:ext>
              </a:extLst>
            </p:cNvPr>
            <p:cNvSpPr/>
            <p:nvPr/>
          </p:nvSpPr>
          <p:spPr>
            <a:xfrm>
              <a:off x="8357754" y="4811856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1D920C36-F43E-BD69-BAFE-72A15243397E}"/>
                </a:ext>
              </a:extLst>
            </p:cNvPr>
            <p:cNvSpPr/>
            <p:nvPr/>
          </p:nvSpPr>
          <p:spPr>
            <a:xfrm>
              <a:off x="8068541" y="5084618"/>
              <a:ext cx="187036" cy="187036"/>
            </a:xfrm>
            <a:custGeom>
              <a:avLst/>
              <a:gdLst>
                <a:gd name="connsiteX0" fmla="*/ 187037 w 187036"/>
                <a:gd name="connsiteY0" fmla="*/ 93518 h 187036"/>
                <a:gd name="connsiteX1" fmla="*/ 93519 w 187036"/>
                <a:gd name="connsiteY1" fmla="*/ 187036 h 187036"/>
                <a:gd name="connsiteX2" fmla="*/ 0 w 187036"/>
                <a:gd name="connsiteY2" fmla="*/ 93518 h 187036"/>
                <a:gd name="connsiteX3" fmla="*/ 93519 w 187036"/>
                <a:gd name="connsiteY3" fmla="*/ 0 h 187036"/>
                <a:gd name="connsiteX4" fmla="*/ 187037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7" y="93518"/>
                  </a:moveTo>
                  <a:cubicBezTo>
                    <a:pt x="187037" y="145167"/>
                    <a:pt x="145167" y="187036"/>
                    <a:pt x="93519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9" y="0"/>
                  </a:cubicBezTo>
                  <a:cubicBezTo>
                    <a:pt x="145167" y="0"/>
                    <a:pt x="187037" y="41870"/>
                    <a:pt x="187037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E9953019-BE7F-9AB4-C255-858A405EFAC4}"/>
                </a:ext>
              </a:extLst>
            </p:cNvPr>
            <p:cNvSpPr/>
            <p:nvPr/>
          </p:nvSpPr>
          <p:spPr>
            <a:xfrm>
              <a:off x="8357754" y="5084618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CEB9DDDB-121F-3015-C840-3448EAF3BD41}"/>
                </a:ext>
              </a:extLst>
            </p:cNvPr>
            <p:cNvSpPr/>
            <p:nvPr/>
          </p:nvSpPr>
          <p:spPr>
            <a:xfrm>
              <a:off x="8357754" y="5356513"/>
              <a:ext cx="187036" cy="187036"/>
            </a:xfrm>
            <a:custGeom>
              <a:avLst/>
              <a:gdLst>
                <a:gd name="connsiteX0" fmla="*/ 187036 w 187036"/>
                <a:gd name="connsiteY0" fmla="*/ 93518 h 187036"/>
                <a:gd name="connsiteX1" fmla="*/ 93518 w 187036"/>
                <a:gd name="connsiteY1" fmla="*/ 187036 h 187036"/>
                <a:gd name="connsiteX2" fmla="*/ 0 w 187036"/>
                <a:gd name="connsiteY2" fmla="*/ 93518 h 187036"/>
                <a:gd name="connsiteX3" fmla="*/ 93518 w 187036"/>
                <a:gd name="connsiteY3" fmla="*/ 0 h 187036"/>
                <a:gd name="connsiteX4" fmla="*/ 187036 w 187036"/>
                <a:gd name="connsiteY4" fmla="*/ 93518 h 18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7036" h="187036">
                  <a:moveTo>
                    <a:pt x="187036" y="93518"/>
                  </a:moveTo>
                  <a:cubicBezTo>
                    <a:pt x="187036" y="145167"/>
                    <a:pt x="145167" y="187036"/>
                    <a:pt x="93518" y="187036"/>
                  </a:cubicBezTo>
                  <a:cubicBezTo>
                    <a:pt x="41870" y="187036"/>
                    <a:pt x="0" y="145167"/>
                    <a:pt x="0" y="93518"/>
                  </a:cubicBezTo>
                  <a:cubicBezTo>
                    <a:pt x="0" y="41870"/>
                    <a:pt x="41870" y="0"/>
                    <a:pt x="93518" y="0"/>
                  </a:cubicBezTo>
                  <a:cubicBezTo>
                    <a:pt x="145167" y="0"/>
                    <a:pt x="187036" y="41870"/>
                    <a:pt x="187036" y="93518"/>
                  </a:cubicBezTo>
                  <a:close/>
                </a:path>
              </a:pathLst>
            </a:custGeom>
            <a:grpFill/>
            <a:ln w="86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D4F3ED48-433C-07BE-F2F6-35F273EE2404}"/>
              </a:ext>
            </a:extLst>
          </p:cNvPr>
          <p:cNvSpPr/>
          <p:nvPr/>
        </p:nvSpPr>
        <p:spPr>
          <a:xfrm>
            <a:off x="1082078" y="662619"/>
            <a:ext cx="8622747" cy="7590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0" bIns="0" rtlCol="0" anchor="t" anchorCtr="0"/>
          <a:lstStyle/>
          <a:p>
            <a:r>
              <a:rPr lang="en-US" sz="4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US" sz="44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8CB939-6A03-47F6-A436-0DA2A7B729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697913"/>
              </a:clrFrom>
              <a:clrTo>
                <a:srgbClr val="697913">
                  <a:alpha val="0"/>
                </a:srgbClr>
              </a:clrTo>
            </a:clrChange>
            <a:duotone>
              <a:prstClr val="black"/>
              <a:schemeClr val="tx2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41521" y="6339509"/>
            <a:ext cx="2181225" cy="5184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A2831-465F-7EA6-84C5-457F2175EE9B}"/>
              </a:ext>
            </a:extLst>
          </p:cNvPr>
          <p:cNvSpPr txBox="1"/>
          <p:nvPr/>
        </p:nvSpPr>
        <p:spPr>
          <a:xfrm>
            <a:off x="1201271" y="1458317"/>
            <a:ext cx="104362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this project successfully realizes the vision of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intelligent, voice-enabled academic companion tailored to the multifaceted needs of modern students. By moving beyond the constraints of static educational tools and generic chatbots, the system leverages a robust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Generative AI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deliver a truly personalized experience.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specialized agents—capable of managing cognitive load, adapting teaching personas, and analyzing failure patterns—ensures that support is not just reactive, but proactive and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the inclusion of a voice-first interface significantly enhances accessibility and user engagement. Ultimately, Student Mate demonstrates the transformative potential of agent-based AI in education, offering a holistic solution that simultaneously enhances academic performance, fosters mental well-being, and drives long-term student productivity.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84883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478310-4933-4BCA-ABFF-1A61763F24B9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10655</TotalTime>
  <Words>2066</Words>
  <Application>Microsoft Office PowerPoint</Application>
  <PresentationFormat>Widescreen</PresentationFormat>
  <Paragraphs>247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Century Gothic</vt:lpstr>
      <vt:lpstr>Courier</vt:lpstr>
      <vt:lpstr>Times New Roman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Alexandra Ragazhinskaya</dc:creator>
  <cp:lastModifiedBy>Bhargav Sakilam</cp:lastModifiedBy>
  <cp:revision>146</cp:revision>
  <cp:lastPrinted>2020-08-31T22:23:58Z</cp:lastPrinted>
  <dcterms:created xsi:type="dcterms:W3CDTF">2021-07-07T23:54:57Z</dcterms:created>
  <dcterms:modified xsi:type="dcterms:W3CDTF">2026-01-24T06:35:36Z</dcterms:modified>
</cp:coreProperties>
</file>